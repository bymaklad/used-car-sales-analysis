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63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7FB31-22D1-4D3E-BC61-449103708DDF}" v="195" dt="2025-11-29T06:41:46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7"/>
  </p:normalViewPr>
  <p:slideViewPr>
    <p:cSldViewPr snapToGrid="0" snapToObjects="1">
      <p:cViewPr>
        <p:scale>
          <a:sx n="60" d="100"/>
          <a:sy n="60" d="100"/>
        </p:scale>
        <p:origin x="1686" y="2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Samir Mklad" userId="eb33bacdfdfb71b5" providerId="LiveId" clId="{20F392F4-2A5A-46C1-B57F-28D202AEDE24}"/>
    <pc:docChg chg="undo custSel addSld delSld modSld modMainMaster">
      <pc:chgData name="Mohamed Samir Mklad" userId="eb33bacdfdfb71b5" providerId="LiveId" clId="{20F392F4-2A5A-46C1-B57F-28D202AEDE24}" dt="2025-11-29T06:41:59.372" v="738" actId="20577"/>
      <pc:docMkLst>
        <pc:docMk/>
      </pc:docMkLst>
      <pc:sldChg chg="addSp delSp modSp mod setBg">
        <pc:chgData name="Mohamed Samir Mklad" userId="eb33bacdfdfb71b5" providerId="LiveId" clId="{20F392F4-2A5A-46C1-B57F-28D202AEDE24}" dt="2025-11-28T22:20:49.603" v="289"/>
        <pc:sldMkLst>
          <pc:docMk/>
          <pc:sldMk cId="0" sldId="256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56"/>
            <ac:spMk id="2" creationId="{00000000-0000-0000-0000-000000000000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56"/>
            <ac:spMk id="3" creationId="{00000000-0000-0000-0000-000000000000}"/>
          </ac:spMkLst>
        </pc:spChg>
        <pc:picChg chg="add del mod">
          <ac:chgData name="Mohamed Samir Mklad" userId="eb33bacdfdfb71b5" providerId="LiveId" clId="{20F392F4-2A5A-46C1-B57F-28D202AEDE24}" dt="2025-11-28T11:09:51.163" v="15" actId="478"/>
          <ac:picMkLst>
            <pc:docMk/>
            <pc:sldMk cId="0" sldId="256"/>
            <ac:picMk id="5" creationId="{A3BED0E6-B422-C5B7-7FAA-2007B21BCB8C}"/>
          </ac:picMkLst>
        </pc:picChg>
      </pc:sldChg>
      <pc:sldChg chg="modSp">
        <pc:chgData name="Mohamed Samir Mklad" userId="eb33bacdfdfb71b5" providerId="LiveId" clId="{20F392F4-2A5A-46C1-B57F-28D202AEDE24}" dt="2025-11-28T22:20:49.603" v="289"/>
        <pc:sldMkLst>
          <pc:docMk/>
          <pc:sldMk cId="0" sldId="257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57"/>
            <ac:spMk id="3" creationId="{00000000-0000-0000-0000-000000000000}"/>
          </ac:spMkLst>
        </pc:spChg>
      </pc:sldChg>
      <pc:sldChg chg="del setBg">
        <pc:chgData name="Mohamed Samir Mklad" userId="eb33bacdfdfb71b5" providerId="LiveId" clId="{20F392F4-2A5A-46C1-B57F-28D202AEDE24}" dt="2025-11-28T12:33:28.304" v="258" actId="2696"/>
        <pc:sldMkLst>
          <pc:docMk/>
          <pc:sldMk cId="0" sldId="258"/>
        </pc:sldMkLst>
      </pc:sldChg>
      <pc:sldChg chg="modSp mod setBg">
        <pc:chgData name="Mohamed Samir Mklad" userId="eb33bacdfdfb71b5" providerId="LiveId" clId="{20F392F4-2A5A-46C1-B57F-28D202AEDE24}" dt="2025-11-28T22:20:49.603" v="289"/>
        <pc:sldMkLst>
          <pc:docMk/>
          <pc:sldMk cId="0" sldId="259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59"/>
            <ac:spMk id="2" creationId="{00000000-0000-0000-0000-000000000000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59"/>
            <ac:spMk id="3" creationId="{00000000-0000-0000-0000-000000000000}"/>
          </ac:spMkLst>
        </pc:spChg>
      </pc:sldChg>
      <pc:sldChg chg="modSp del">
        <pc:chgData name="Mohamed Samir Mklad" userId="eb33bacdfdfb71b5" providerId="LiveId" clId="{20F392F4-2A5A-46C1-B57F-28D202AEDE24}" dt="2025-11-29T06:39:18.783" v="710" actId="2696"/>
        <pc:sldMkLst>
          <pc:docMk/>
          <pc:sldMk cId="0" sldId="260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60"/>
            <ac:spMk id="2" creationId="{00000000-0000-0000-0000-000000000000}"/>
          </ac:spMkLst>
        </pc:spChg>
      </pc:sldChg>
      <pc:sldChg chg="modSp del mod">
        <pc:chgData name="Mohamed Samir Mklad" userId="eb33bacdfdfb71b5" providerId="LiveId" clId="{20F392F4-2A5A-46C1-B57F-28D202AEDE24}" dt="2025-11-29T06:39:20.981" v="711" actId="2696"/>
        <pc:sldMkLst>
          <pc:docMk/>
          <pc:sldMk cId="0" sldId="261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61"/>
            <ac:spMk id="2" creationId="{00000000-0000-0000-0000-000000000000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61"/>
            <ac:spMk id="3" creationId="{00000000-0000-0000-0000-000000000000}"/>
          </ac:spMkLst>
        </pc:spChg>
      </pc:sldChg>
      <pc:sldChg chg="modSp del">
        <pc:chgData name="Mohamed Samir Mklad" userId="eb33bacdfdfb71b5" providerId="LiveId" clId="{20F392F4-2A5A-46C1-B57F-28D202AEDE24}" dt="2025-11-29T06:39:23.353" v="712" actId="2696"/>
        <pc:sldMkLst>
          <pc:docMk/>
          <pc:sldMk cId="0" sldId="262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0" sldId="262"/>
            <ac:spMk id="2" creationId="{00000000-0000-0000-0000-000000000000}"/>
          </ac:spMkLst>
        </pc:spChg>
      </pc:sldChg>
      <pc:sldChg chg="modSp mod setBg">
        <pc:chgData name="Mohamed Samir Mklad" userId="eb33bacdfdfb71b5" providerId="LiveId" clId="{20F392F4-2A5A-46C1-B57F-28D202AEDE24}" dt="2025-11-29T06:39:55.822" v="721" actId="20577"/>
        <pc:sldMkLst>
          <pc:docMk/>
          <pc:sldMk cId="0" sldId="263"/>
        </pc:sldMkLst>
        <pc:spChg chg="mod">
          <ac:chgData name="Mohamed Samir Mklad" userId="eb33bacdfdfb71b5" providerId="LiveId" clId="{20F392F4-2A5A-46C1-B57F-28D202AEDE24}" dt="2025-11-29T06:39:55.822" v="721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Mohamed Samir Mklad" userId="eb33bacdfdfb71b5" providerId="LiveId" clId="{20F392F4-2A5A-46C1-B57F-28D202AEDE24}" dt="2025-11-29T06:39:51.704" v="718" actId="2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ohamed Samir Mklad" userId="eb33bacdfdfb71b5" providerId="LiveId" clId="{20F392F4-2A5A-46C1-B57F-28D202AEDE24}" dt="2025-11-29T06:41:59.372" v="738" actId="20577"/>
        <pc:sldMkLst>
          <pc:docMk/>
          <pc:sldMk cId="0" sldId="264"/>
        </pc:sldMkLst>
        <pc:spChg chg="mod">
          <ac:chgData name="Mohamed Samir Mklad" userId="eb33bacdfdfb71b5" providerId="LiveId" clId="{20F392F4-2A5A-46C1-B57F-28D202AEDE24}" dt="2025-11-29T06:41:59.372" v="738" actId="20577"/>
          <ac:spMkLst>
            <pc:docMk/>
            <pc:sldMk cId="0" sldId="264"/>
            <ac:spMk id="2" creationId="{00000000-0000-0000-0000-000000000000}"/>
          </ac:spMkLst>
        </pc:spChg>
        <pc:spChg chg="mod">
          <ac:chgData name="Mohamed Samir Mklad" userId="eb33bacdfdfb71b5" providerId="LiveId" clId="{20F392F4-2A5A-46C1-B57F-28D202AEDE24}" dt="2025-11-29T06:41:50.133" v="724" actId="20577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ohamed Samir Mklad" userId="eb33bacdfdfb71b5" providerId="LiveId" clId="{20F392F4-2A5A-46C1-B57F-28D202AEDE24}" dt="2025-11-28T22:20:49.603" v="289"/>
        <pc:sldMkLst>
          <pc:docMk/>
          <pc:sldMk cId="1759798672" sldId="265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1759798672" sldId="265"/>
            <ac:spMk id="2" creationId="{B52069D7-7E24-31C4-32AD-63397DB03741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1759798672" sldId="265"/>
            <ac:spMk id="3" creationId="{9A3AE603-7252-7070-A90A-E9B90BAADFE6}"/>
          </ac:spMkLst>
        </pc:spChg>
      </pc:sldChg>
      <pc:sldChg chg="modSp add mod">
        <pc:chgData name="Mohamed Samir Mklad" userId="eb33bacdfdfb71b5" providerId="LiveId" clId="{20F392F4-2A5A-46C1-B57F-28D202AEDE24}" dt="2025-11-28T22:20:49.603" v="289"/>
        <pc:sldMkLst>
          <pc:docMk/>
          <pc:sldMk cId="1912613774" sldId="266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1912613774" sldId="266"/>
            <ac:spMk id="2" creationId="{D2A327A0-E8AA-ED0E-3694-1C3C2ACF0ED2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1912613774" sldId="266"/>
            <ac:spMk id="3" creationId="{D429214F-DA1E-203A-43A9-471EB678956C}"/>
          </ac:spMkLst>
        </pc:spChg>
      </pc:sldChg>
      <pc:sldChg chg="modSp add mod">
        <pc:chgData name="Mohamed Samir Mklad" userId="eb33bacdfdfb71b5" providerId="LiveId" clId="{20F392F4-2A5A-46C1-B57F-28D202AEDE24}" dt="2025-11-28T22:20:49.603" v="289"/>
        <pc:sldMkLst>
          <pc:docMk/>
          <pc:sldMk cId="2711717609" sldId="267"/>
        </pc:sldMkLst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2711717609" sldId="267"/>
            <ac:spMk id="2" creationId="{046EDF20-A95E-A03B-2643-4CDC32953C39}"/>
          </ac:spMkLst>
        </pc:spChg>
        <pc:spChg chg="mod">
          <ac:chgData name="Mohamed Samir Mklad" userId="eb33bacdfdfb71b5" providerId="LiveId" clId="{20F392F4-2A5A-46C1-B57F-28D202AEDE24}" dt="2025-11-28T22:20:49.603" v="289"/>
          <ac:spMkLst>
            <pc:docMk/>
            <pc:sldMk cId="2711717609" sldId="267"/>
            <ac:spMk id="3" creationId="{1E9828C6-204D-4AF2-D4DC-BCFAD3D3FCB0}"/>
          </ac:spMkLst>
        </pc:spChg>
      </pc:sldChg>
      <pc:sldChg chg="addSp delSp modSp add mod chgLayout">
        <pc:chgData name="Mohamed Samir Mklad" userId="eb33bacdfdfb71b5" providerId="LiveId" clId="{20F392F4-2A5A-46C1-B57F-28D202AEDE24}" dt="2025-11-28T22:29:01.048" v="377" actId="33524"/>
        <pc:sldMkLst>
          <pc:docMk/>
          <pc:sldMk cId="390756213" sldId="268"/>
        </pc:sldMkLst>
        <pc:spChg chg="mod ord">
          <ac:chgData name="Mohamed Samir Mklad" userId="eb33bacdfdfb71b5" providerId="LiveId" clId="{20F392F4-2A5A-46C1-B57F-28D202AEDE24}" dt="2025-11-28T22:28:28.359" v="372" actId="1076"/>
          <ac:spMkLst>
            <pc:docMk/>
            <pc:sldMk cId="390756213" sldId="268"/>
            <ac:spMk id="2" creationId="{98D0EB4A-4D07-F203-2508-AE7055CAFD1E}"/>
          </ac:spMkLst>
        </pc:spChg>
        <pc:spChg chg="add del mod">
          <ac:chgData name="Mohamed Samir Mklad" userId="eb33bacdfdfb71b5" providerId="LiveId" clId="{20F392F4-2A5A-46C1-B57F-28D202AEDE24}" dt="2025-11-28T22:22:02.381" v="294" actId="22"/>
          <ac:spMkLst>
            <pc:docMk/>
            <pc:sldMk cId="390756213" sldId="268"/>
            <ac:spMk id="3" creationId="{C8B7C448-9BBE-7279-8E1C-03F230811C98}"/>
          </ac:spMkLst>
        </pc:spChg>
        <pc:spChg chg="add mod ord">
          <ac:chgData name="Mohamed Samir Mklad" userId="eb33bacdfdfb71b5" providerId="LiveId" clId="{20F392F4-2A5A-46C1-B57F-28D202AEDE24}" dt="2025-11-28T22:29:01.048" v="377" actId="33524"/>
          <ac:spMkLst>
            <pc:docMk/>
            <pc:sldMk cId="390756213" sldId="268"/>
            <ac:spMk id="12" creationId="{0BDFB0DE-DDD9-DC80-E204-A1608CE4C46D}"/>
          </ac:spMkLst>
        </pc:spChg>
        <pc:picChg chg="add del mod">
          <ac:chgData name="Mohamed Samir Mklad" userId="eb33bacdfdfb71b5" providerId="LiveId" clId="{20F392F4-2A5A-46C1-B57F-28D202AEDE24}" dt="2025-11-28T22:20:25.259" v="279" actId="478"/>
          <ac:picMkLst>
            <pc:docMk/>
            <pc:sldMk cId="390756213" sldId="268"/>
            <ac:picMk id="7" creationId="{95C01743-594B-6AFE-76C3-F32A13E3E91E}"/>
          </ac:picMkLst>
        </pc:picChg>
        <pc:picChg chg="add del mod ord">
          <ac:chgData name="Mohamed Samir Mklad" userId="eb33bacdfdfb71b5" providerId="LiveId" clId="{20F392F4-2A5A-46C1-B57F-28D202AEDE24}" dt="2025-11-28T22:21:48.724" v="293" actId="22"/>
          <ac:picMkLst>
            <pc:docMk/>
            <pc:sldMk cId="390756213" sldId="268"/>
            <ac:picMk id="9" creationId="{5B7082C1-1E23-8A9F-3881-F66D7E6C4201}"/>
          </ac:picMkLst>
        </pc:picChg>
        <pc:picChg chg="add mod ord">
          <ac:chgData name="Mohamed Samir Mklad" userId="eb33bacdfdfb71b5" providerId="LiveId" clId="{20F392F4-2A5A-46C1-B57F-28D202AEDE24}" dt="2025-11-28T22:28:03.516" v="367" actId="1076"/>
          <ac:picMkLst>
            <pc:docMk/>
            <pc:sldMk cId="390756213" sldId="268"/>
            <ac:picMk id="11" creationId="{CD584D10-BB7E-B9E7-E47F-4D83B2D60791}"/>
          </ac:picMkLst>
        </pc:picChg>
      </pc:sldChg>
      <pc:sldChg chg="new del">
        <pc:chgData name="Mohamed Samir Mklad" userId="eb33bacdfdfb71b5" providerId="LiveId" clId="{20F392F4-2A5A-46C1-B57F-28D202AEDE24}" dt="2025-11-28T22:16:04.473" v="270" actId="680"/>
        <pc:sldMkLst>
          <pc:docMk/>
          <pc:sldMk cId="488827916" sldId="268"/>
        </pc:sldMkLst>
      </pc:sldChg>
      <pc:sldChg chg="addSp delSp modSp add mod">
        <pc:chgData name="Mohamed Samir Mklad" userId="eb33bacdfdfb71b5" providerId="LiveId" clId="{20F392F4-2A5A-46C1-B57F-28D202AEDE24}" dt="2025-11-28T22:34:51.432" v="400" actId="255"/>
        <pc:sldMkLst>
          <pc:docMk/>
          <pc:sldMk cId="219860266" sldId="269"/>
        </pc:sldMkLst>
        <pc:spChg chg="mod">
          <ac:chgData name="Mohamed Samir Mklad" userId="eb33bacdfdfb71b5" providerId="LiveId" clId="{20F392F4-2A5A-46C1-B57F-28D202AEDE24}" dt="2025-11-28T22:31:21.856" v="379"/>
          <ac:spMkLst>
            <pc:docMk/>
            <pc:sldMk cId="219860266" sldId="269"/>
            <ac:spMk id="2" creationId="{FEFD5B22-E53A-1860-66E0-A7B2EEDEBA63}"/>
          </ac:spMkLst>
        </pc:spChg>
        <pc:spChg chg="add del mod">
          <ac:chgData name="Mohamed Samir Mklad" userId="eb33bacdfdfb71b5" providerId="LiveId" clId="{20F392F4-2A5A-46C1-B57F-28D202AEDE24}" dt="2025-11-28T22:31:47.020" v="381" actId="22"/>
          <ac:spMkLst>
            <pc:docMk/>
            <pc:sldMk cId="219860266" sldId="269"/>
            <ac:spMk id="4" creationId="{28F670DA-8E37-4ECC-B0B2-F05066A06623}"/>
          </ac:spMkLst>
        </pc:spChg>
        <pc:spChg chg="add del mod">
          <ac:chgData name="Mohamed Samir Mklad" userId="eb33bacdfdfb71b5" providerId="LiveId" clId="{20F392F4-2A5A-46C1-B57F-28D202AEDE24}" dt="2025-11-28T22:34:01.056" v="396" actId="478"/>
          <ac:spMkLst>
            <pc:docMk/>
            <pc:sldMk cId="219860266" sldId="269"/>
            <ac:spMk id="10" creationId="{C09E7A66-8211-DC23-8AD5-AD9003D7436E}"/>
          </ac:spMkLst>
        </pc:spChg>
        <pc:spChg chg="mod">
          <ac:chgData name="Mohamed Samir Mklad" userId="eb33bacdfdfb71b5" providerId="LiveId" clId="{20F392F4-2A5A-46C1-B57F-28D202AEDE24}" dt="2025-11-28T22:34:51.432" v="400" actId="255"/>
          <ac:spMkLst>
            <pc:docMk/>
            <pc:sldMk cId="219860266" sldId="269"/>
            <ac:spMk id="12" creationId="{BB45BD02-18B4-E182-AACF-120167365066}"/>
          </ac:spMkLst>
        </pc:spChg>
        <pc:picChg chg="add del mod ord">
          <ac:chgData name="Mohamed Samir Mklad" userId="eb33bacdfdfb71b5" providerId="LiveId" clId="{20F392F4-2A5A-46C1-B57F-28D202AEDE24}" dt="2025-11-28T22:33:40.496" v="392" actId="478"/>
          <ac:picMkLst>
            <pc:docMk/>
            <pc:sldMk cId="219860266" sldId="269"/>
            <ac:picMk id="6" creationId="{076480B0-BE9E-1404-C89A-72D916958EE4}"/>
          </ac:picMkLst>
        </pc:picChg>
        <pc:picChg chg="add mod">
          <ac:chgData name="Mohamed Samir Mklad" userId="eb33bacdfdfb71b5" providerId="LiveId" clId="{20F392F4-2A5A-46C1-B57F-28D202AEDE24}" dt="2025-11-28T22:34:07.933" v="397" actId="1076"/>
          <ac:picMkLst>
            <pc:docMk/>
            <pc:sldMk cId="219860266" sldId="269"/>
            <ac:picMk id="8" creationId="{96CDD693-5056-4F5B-5295-A2D50890E79E}"/>
          </ac:picMkLst>
        </pc:picChg>
        <pc:picChg chg="del">
          <ac:chgData name="Mohamed Samir Mklad" userId="eb33bacdfdfb71b5" providerId="LiveId" clId="{20F392F4-2A5A-46C1-B57F-28D202AEDE24}" dt="2025-11-28T22:31:25.993" v="380" actId="478"/>
          <ac:picMkLst>
            <pc:docMk/>
            <pc:sldMk cId="219860266" sldId="269"/>
            <ac:picMk id="11" creationId="{24A2CAB4-D99E-8791-06E2-A289E250CBFE}"/>
          </ac:picMkLst>
        </pc:picChg>
      </pc:sldChg>
      <pc:sldChg chg="addSp delSp modSp add mod">
        <pc:chgData name="Mohamed Samir Mklad" userId="eb33bacdfdfb71b5" providerId="LiveId" clId="{20F392F4-2A5A-46C1-B57F-28D202AEDE24}" dt="2025-11-28T22:38:44.238" v="437"/>
        <pc:sldMkLst>
          <pc:docMk/>
          <pc:sldMk cId="1648544664" sldId="270"/>
        </pc:sldMkLst>
        <pc:spChg chg="mod">
          <ac:chgData name="Mohamed Samir Mklad" userId="eb33bacdfdfb71b5" providerId="LiveId" clId="{20F392F4-2A5A-46C1-B57F-28D202AEDE24}" dt="2025-11-28T22:38:18.157" v="434" actId="20577"/>
          <ac:spMkLst>
            <pc:docMk/>
            <pc:sldMk cId="1648544664" sldId="270"/>
            <ac:spMk id="2" creationId="{FE01AF94-83D5-4CFD-3497-4E02D8CE432E}"/>
          </ac:spMkLst>
        </pc:spChg>
        <pc:spChg chg="mod">
          <ac:chgData name="Mohamed Samir Mklad" userId="eb33bacdfdfb71b5" providerId="LiveId" clId="{20F392F4-2A5A-46C1-B57F-28D202AEDE24}" dt="2025-11-28T22:38:44.238" v="437"/>
          <ac:spMkLst>
            <pc:docMk/>
            <pc:sldMk cId="1648544664" sldId="270"/>
            <ac:spMk id="12" creationId="{3B6F4DDD-5781-3EED-640D-359490BC3E3C}"/>
          </ac:spMkLst>
        </pc:spChg>
        <pc:picChg chg="add mod">
          <ac:chgData name="Mohamed Samir Mklad" userId="eb33bacdfdfb71b5" providerId="LiveId" clId="{20F392F4-2A5A-46C1-B57F-28D202AEDE24}" dt="2025-11-28T22:38:24.312" v="436" actId="1076"/>
          <ac:picMkLst>
            <pc:docMk/>
            <pc:sldMk cId="1648544664" sldId="270"/>
            <ac:picMk id="4" creationId="{7695F07C-AB83-387A-36C5-7F9737FD1AC2}"/>
          </ac:picMkLst>
        </pc:picChg>
        <pc:picChg chg="del">
          <ac:chgData name="Mohamed Samir Mklad" userId="eb33bacdfdfb71b5" providerId="LiveId" clId="{20F392F4-2A5A-46C1-B57F-28D202AEDE24}" dt="2025-11-28T22:36:01.939" v="402" actId="478"/>
          <ac:picMkLst>
            <pc:docMk/>
            <pc:sldMk cId="1648544664" sldId="270"/>
            <ac:picMk id="8" creationId="{0A94F60F-6A93-F07B-C19E-3781E8F8E958}"/>
          </ac:picMkLst>
        </pc:picChg>
      </pc:sldChg>
      <pc:sldChg chg="addSp delSp modSp add mod">
        <pc:chgData name="Mohamed Samir Mklad" userId="eb33bacdfdfb71b5" providerId="LiveId" clId="{20F392F4-2A5A-46C1-B57F-28D202AEDE24}" dt="2025-11-29T05:57:52.972" v="540"/>
        <pc:sldMkLst>
          <pc:docMk/>
          <pc:sldMk cId="4000564133" sldId="271"/>
        </pc:sldMkLst>
        <pc:spChg chg="mod">
          <ac:chgData name="Mohamed Samir Mklad" userId="eb33bacdfdfb71b5" providerId="LiveId" clId="{20F392F4-2A5A-46C1-B57F-28D202AEDE24}" dt="2025-11-29T05:54:16.609" v="527" actId="1076"/>
          <ac:spMkLst>
            <pc:docMk/>
            <pc:sldMk cId="4000564133" sldId="271"/>
            <ac:spMk id="2" creationId="{E9DE0F78-3B92-6368-DF87-DEAA97F2BE72}"/>
          </ac:spMkLst>
        </pc:spChg>
        <pc:spChg chg="add">
          <ac:chgData name="Mohamed Samir Mklad" userId="eb33bacdfdfb71b5" providerId="LiveId" clId="{20F392F4-2A5A-46C1-B57F-28D202AEDE24}" dt="2025-11-28T22:43:31.451" v="490"/>
          <ac:spMkLst>
            <pc:docMk/>
            <pc:sldMk cId="4000564133" sldId="271"/>
            <ac:spMk id="6" creationId="{78745BE0-0989-F9E4-40EA-53DF3861FA90}"/>
          </ac:spMkLst>
        </pc:spChg>
        <pc:spChg chg="add mod">
          <ac:chgData name="Mohamed Samir Mklad" userId="eb33bacdfdfb71b5" providerId="LiveId" clId="{20F392F4-2A5A-46C1-B57F-28D202AEDE24}" dt="2025-11-29T05:57:52.972" v="540"/>
          <ac:spMkLst>
            <pc:docMk/>
            <pc:sldMk cId="4000564133" sldId="271"/>
            <ac:spMk id="7" creationId="{26BA117C-B0D9-A090-36B0-A64D9E2BECED}"/>
          </ac:spMkLst>
        </pc:spChg>
        <pc:spChg chg="del mod">
          <ac:chgData name="Mohamed Samir Mklad" userId="eb33bacdfdfb71b5" providerId="LiveId" clId="{20F392F4-2A5A-46C1-B57F-28D202AEDE24}" dt="2025-11-28T22:43:40.178" v="492"/>
          <ac:spMkLst>
            <pc:docMk/>
            <pc:sldMk cId="4000564133" sldId="271"/>
            <ac:spMk id="12" creationId="{50E06EA0-A1E9-FE45-9668-5A79BE9CD050}"/>
          </ac:spMkLst>
        </pc:spChg>
        <pc:picChg chg="del">
          <ac:chgData name="Mohamed Samir Mklad" userId="eb33bacdfdfb71b5" providerId="LiveId" clId="{20F392F4-2A5A-46C1-B57F-28D202AEDE24}" dt="2025-11-28T22:39:51.291" v="439" actId="478"/>
          <ac:picMkLst>
            <pc:docMk/>
            <pc:sldMk cId="4000564133" sldId="271"/>
            <ac:picMk id="4" creationId="{86D7289F-E57A-71A9-41B1-C27D311EA230}"/>
          </ac:picMkLst>
        </pc:picChg>
        <pc:picChg chg="add mod">
          <ac:chgData name="Mohamed Samir Mklad" userId="eb33bacdfdfb71b5" providerId="LiveId" clId="{20F392F4-2A5A-46C1-B57F-28D202AEDE24}" dt="2025-11-29T05:55:29.329" v="532" actId="1076"/>
          <ac:picMkLst>
            <pc:docMk/>
            <pc:sldMk cId="4000564133" sldId="271"/>
            <ac:picMk id="4" creationId="{E237E87D-88B1-C035-C6EE-ACEEA73E8A4C}"/>
          </ac:picMkLst>
        </pc:picChg>
        <pc:picChg chg="add del mod">
          <ac:chgData name="Mohamed Samir Mklad" userId="eb33bacdfdfb71b5" providerId="LiveId" clId="{20F392F4-2A5A-46C1-B57F-28D202AEDE24}" dt="2025-11-29T05:55:20.375" v="528" actId="478"/>
          <ac:picMkLst>
            <pc:docMk/>
            <pc:sldMk cId="4000564133" sldId="271"/>
            <ac:picMk id="5" creationId="{F978ABB9-C36E-F8E7-2109-56D312F06221}"/>
          </ac:picMkLst>
        </pc:picChg>
      </pc:sldChg>
      <pc:sldChg chg="addSp delSp modSp add mod">
        <pc:chgData name="Mohamed Samir Mklad" userId="eb33bacdfdfb71b5" providerId="LiveId" clId="{20F392F4-2A5A-46C1-B57F-28D202AEDE24}" dt="2025-11-29T06:16:57.264" v="572" actId="113"/>
        <pc:sldMkLst>
          <pc:docMk/>
          <pc:sldMk cId="3009227279" sldId="272"/>
        </pc:sldMkLst>
        <pc:spChg chg="mod">
          <ac:chgData name="Mohamed Samir Mklad" userId="eb33bacdfdfb71b5" providerId="LiveId" clId="{20F392F4-2A5A-46C1-B57F-28D202AEDE24}" dt="2025-11-29T05:56:28.368" v="539" actId="1076"/>
          <ac:spMkLst>
            <pc:docMk/>
            <pc:sldMk cId="3009227279" sldId="272"/>
            <ac:spMk id="2" creationId="{9CDCAED6-15CD-8608-75EE-CE50065F66FA}"/>
          </ac:spMkLst>
        </pc:spChg>
        <pc:spChg chg="add">
          <ac:chgData name="Mohamed Samir Mklad" userId="eb33bacdfdfb71b5" providerId="LiveId" clId="{20F392F4-2A5A-46C1-B57F-28D202AEDE24}" dt="2025-11-28T22:56:44.336" v="514"/>
          <ac:spMkLst>
            <pc:docMk/>
            <pc:sldMk cId="3009227279" sldId="272"/>
            <ac:spMk id="3" creationId="{72FEAA03-C897-F2D8-65F3-ADB96902292F}"/>
          </ac:spMkLst>
        </pc:spChg>
        <pc:spChg chg="add del mod">
          <ac:chgData name="Mohamed Samir Mklad" userId="eb33bacdfdfb71b5" providerId="LiveId" clId="{20F392F4-2A5A-46C1-B57F-28D202AEDE24}" dt="2025-11-29T05:56:21.517" v="538" actId="21"/>
          <ac:spMkLst>
            <pc:docMk/>
            <pc:sldMk cId="3009227279" sldId="272"/>
            <ac:spMk id="4" creationId="{1F94A3A2-6361-E592-6DB3-37141B265206}"/>
          </ac:spMkLst>
        </pc:spChg>
        <pc:spChg chg="add del mod">
          <ac:chgData name="Mohamed Samir Mklad" userId="eb33bacdfdfb71b5" providerId="LiveId" clId="{20F392F4-2A5A-46C1-B57F-28D202AEDE24}" dt="2025-11-29T06:01:53.541" v="545"/>
          <ac:spMkLst>
            <pc:docMk/>
            <pc:sldMk cId="3009227279" sldId="272"/>
            <ac:spMk id="7" creationId="{0BC45976-32C8-3353-7870-B9C486F1C678}"/>
          </ac:spMkLst>
        </pc:spChg>
        <pc:spChg chg="del mod">
          <ac:chgData name="Mohamed Samir Mklad" userId="eb33bacdfdfb71b5" providerId="LiveId" clId="{20F392F4-2A5A-46C1-B57F-28D202AEDE24}" dt="2025-11-28T22:56:48.851" v="516"/>
          <ac:spMkLst>
            <pc:docMk/>
            <pc:sldMk cId="3009227279" sldId="272"/>
            <ac:spMk id="7" creationId="{FCDF07E9-FCDC-AC45-82A9-79F3E4490F98}"/>
          </ac:spMkLst>
        </pc:spChg>
        <pc:spChg chg="add">
          <ac:chgData name="Mohamed Samir Mklad" userId="eb33bacdfdfb71b5" providerId="LiveId" clId="{20F392F4-2A5A-46C1-B57F-28D202AEDE24}" dt="2025-11-29T06:01:45.400" v="542"/>
          <ac:spMkLst>
            <pc:docMk/>
            <pc:sldMk cId="3009227279" sldId="272"/>
            <ac:spMk id="8" creationId="{AC8F1DE7-02AE-473F-F469-063453B355FA}"/>
          </ac:spMkLst>
        </pc:spChg>
        <pc:spChg chg="add">
          <ac:chgData name="Mohamed Samir Mklad" userId="eb33bacdfdfb71b5" providerId="LiveId" clId="{20F392F4-2A5A-46C1-B57F-28D202AEDE24}" dt="2025-11-29T06:01:48.769" v="543"/>
          <ac:spMkLst>
            <pc:docMk/>
            <pc:sldMk cId="3009227279" sldId="272"/>
            <ac:spMk id="9" creationId="{8F8AFF89-6DD5-02FE-81AD-F3DDB85229F2}"/>
          </ac:spMkLst>
        </pc:spChg>
        <pc:spChg chg="add">
          <ac:chgData name="Mohamed Samir Mklad" userId="eb33bacdfdfb71b5" providerId="LiveId" clId="{20F392F4-2A5A-46C1-B57F-28D202AEDE24}" dt="2025-11-29T06:01:55.087" v="546"/>
          <ac:spMkLst>
            <pc:docMk/>
            <pc:sldMk cId="3009227279" sldId="272"/>
            <ac:spMk id="10" creationId="{8D0C8264-536B-67BA-85D0-058670A96107}"/>
          </ac:spMkLst>
        </pc:spChg>
        <pc:spChg chg="add del mod">
          <ac:chgData name="Mohamed Samir Mklad" userId="eb33bacdfdfb71b5" providerId="LiveId" clId="{20F392F4-2A5A-46C1-B57F-28D202AEDE24}" dt="2025-11-29T06:02:41.747" v="553" actId="47"/>
          <ac:spMkLst>
            <pc:docMk/>
            <pc:sldMk cId="3009227279" sldId="272"/>
            <ac:spMk id="11" creationId="{025CB075-FC13-DA08-D304-E45F9527A636}"/>
          </ac:spMkLst>
        </pc:spChg>
        <pc:spChg chg="add">
          <ac:chgData name="Mohamed Samir Mklad" userId="eb33bacdfdfb71b5" providerId="LiveId" clId="{20F392F4-2A5A-46C1-B57F-28D202AEDE24}" dt="2025-11-29T06:02:27.397" v="548"/>
          <ac:spMkLst>
            <pc:docMk/>
            <pc:sldMk cId="3009227279" sldId="272"/>
            <ac:spMk id="12" creationId="{36F3D510-03B6-215B-364E-F4BD89943009}"/>
          </ac:spMkLst>
        </pc:spChg>
        <pc:spChg chg="add">
          <ac:chgData name="Mohamed Samir Mklad" userId="eb33bacdfdfb71b5" providerId="LiveId" clId="{20F392F4-2A5A-46C1-B57F-28D202AEDE24}" dt="2025-11-29T06:02:27.397" v="548"/>
          <ac:spMkLst>
            <pc:docMk/>
            <pc:sldMk cId="3009227279" sldId="272"/>
            <ac:spMk id="13" creationId="{F5FC3883-1123-9F3D-8008-D1B0669D9840}"/>
          </ac:spMkLst>
        </pc:spChg>
        <pc:spChg chg="add mod">
          <ac:chgData name="Mohamed Samir Mklad" userId="eb33bacdfdfb71b5" providerId="LiveId" clId="{20F392F4-2A5A-46C1-B57F-28D202AEDE24}" dt="2025-11-29T06:02:40.913" v="552" actId="1076"/>
          <ac:spMkLst>
            <pc:docMk/>
            <pc:sldMk cId="3009227279" sldId="272"/>
            <ac:spMk id="14" creationId="{18C77354-9540-6BD5-C09A-2A0362EAA70B}"/>
          </ac:spMkLst>
        </pc:spChg>
        <pc:spChg chg="add">
          <ac:chgData name="Mohamed Samir Mklad" userId="eb33bacdfdfb71b5" providerId="LiveId" clId="{20F392F4-2A5A-46C1-B57F-28D202AEDE24}" dt="2025-11-29T06:02:27.397" v="548"/>
          <ac:spMkLst>
            <pc:docMk/>
            <pc:sldMk cId="3009227279" sldId="272"/>
            <ac:spMk id="15" creationId="{23F8EC22-8928-93BC-C9DB-6EE0A7E83090}"/>
          </ac:spMkLst>
        </pc:spChg>
        <pc:spChg chg="add">
          <ac:chgData name="Mohamed Samir Mklad" userId="eb33bacdfdfb71b5" providerId="LiveId" clId="{20F392F4-2A5A-46C1-B57F-28D202AEDE24}" dt="2025-11-29T06:02:27.397" v="548"/>
          <ac:spMkLst>
            <pc:docMk/>
            <pc:sldMk cId="3009227279" sldId="272"/>
            <ac:spMk id="16" creationId="{E9A3AF75-3507-960D-89BC-DC107F475748}"/>
          </ac:spMkLst>
        </pc:spChg>
        <pc:spChg chg="add">
          <ac:chgData name="Mohamed Samir Mklad" userId="eb33bacdfdfb71b5" providerId="LiveId" clId="{20F392F4-2A5A-46C1-B57F-28D202AEDE24}" dt="2025-11-29T06:05:14.979" v="554"/>
          <ac:spMkLst>
            <pc:docMk/>
            <pc:sldMk cId="3009227279" sldId="272"/>
            <ac:spMk id="17" creationId="{2A47C910-E59B-C120-EDD3-07E843A904B6}"/>
          </ac:spMkLst>
        </pc:spChg>
        <pc:spChg chg="add">
          <ac:chgData name="Mohamed Samir Mklad" userId="eb33bacdfdfb71b5" providerId="LiveId" clId="{20F392F4-2A5A-46C1-B57F-28D202AEDE24}" dt="2025-11-29T06:05:20.876" v="556"/>
          <ac:spMkLst>
            <pc:docMk/>
            <pc:sldMk cId="3009227279" sldId="272"/>
            <ac:spMk id="18" creationId="{DA2452C0-090D-83ED-5B3A-1E65EE986037}"/>
          </ac:spMkLst>
        </pc:spChg>
        <pc:spChg chg="add mod">
          <ac:chgData name="Mohamed Samir Mklad" userId="eb33bacdfdfb71b5" providerId="LiveId" clId="{20F392F4-2A5A-46C1-B57F-28D202AEDE24}" dt="2025-11-29T06:16:57.264" v="572" actId="113"/>
          <ac:spMkLst>
            <pc:docMk/>
            <pc:sldMk cId="3009227279" sldId="272"/>
            <ac:spMk id="19" creationId="{A1A836E2-A321-CADC-EAAF-BE837C74E6E5}"/>
          </ac:spMkLst>
        </pc:spChg>
        <pc:picChg chg="del">
          <ac:chgData name="Mohamed Samir Mklad" userId="eb33bacdfdfb71b5" providerId="LiveId" clId="{20F392F4-2A5A-46C1-B57F-28D202AEDE24}" dt="2025-11-29T05:56:03.956" v="534" actId="478"/>
          <ac:picMkLst>
            <pc:docMk/>
            <pc:sldMk cId="3009227279" sldId="272"/>
            <ac:picMk id="5" creationId="{6E37FC42-2F6F-B87F-B662-ED0A70397315}"/>
          </ac:picMkLst>
        </pc:picChg>
        <pc:picChg chg="add mod">
          <ac:chgData name="Mohamed Samir Mklad" userId="eb33bacdfdfb71b5" providerId="LiveId" clId="{20F392F4-2A5A-46C1-B57F-28D202AEDE24}" dt="2025-11-29T06:05:23.128" v="557" actId="1076"/>
          <ac:picMkLst>
            <pc:docMk/>
            <pc:sldMk cId="3009227279" sldId="272"/>
            <ac:picMk id="6" creationId="{DF00C036-244B-5644-7A4C-FC8D1536A8B1}"/>
          </ac:picMkLst>
        </pc:picChg>
      </pc:sldChg>
      <pc:sldChg chg="addSp delSp modSp add mod">
        <pc:chgData name="Mohamed Samir Mklad" userId="eb33bacdfdfb71b5" providerId="LiveId" clId="{20F392F4-2A5A-46C1-B57F-28D202AEDE24}" dt="2025-11-29T06:18:02.932" v="583" actId="14100"/>
        <pc:sldMkLst>
          <pc:docMk/>
          <pc:sldMk cId="1111938242" sldId="273"/>
        </pc:sldMkLst>
        <pc:spChg chg="del">
          <ac:chgData name="Mohamed Samir Mklad" userId="eb33bacdfdfb71b5" providerId="LiveId" clId="{20F392F4-2A5A-46C1-B57F-28D202AEDE24}" dt="2025-11-29T06:17:32.017" v="579" actId="478"/>
          <ac:spMkLst>
            <pc:docMk/>
            <pc:sldMk cId="1111938242" sldId="273"/>
            <ac:spMk id="2" creationId="{1CA7E373-5D20-2679-DED0-11F2B2DD086D}"/>
          </ac:spMkLst>
        </pc:spChg>
        <pc:spChg chg="add mod">
          <ac:chgData name="Mohamed Samir Mklad" userId="eb33bacdfdfb71b5" providerId="LiveId" clId="{20F392F4-2A5A-46C1-B57F-28D202AEDE24}" dt="2025-11-29T06:17:32.017" v="579" actId="478"/>
          <ac:spMkLst>
            <pc:docMk/>
            <pc:sldMk cId="1111938242" sldId="273"/>
            <ac:spMk id="4" creationId="{E1C6243F-61A5-4D0E-0AE6-8A6B39F3DB14}"/>
          </ac:spMkLst>
        </pc:spChg>
        <pc:spChg chg="del mod">
          <ac:chgData name="Mohamed Samir Mklad" userId="eb33bacdfdfb71b5" providerId="LiveId" clId="{20F392F4-2A5A-46C1-B57F-28D202AEDE24}" dt="2025-11-29T06:17:30.583" v="578"/>
          <ac:spMkLst>
            <pc:docMk/>
            <pc:sldMk cId="1111938242" sldId="273"/>
            <ac:spMk id="19" creationId="{1395AC32-BA0A-5F76-EF0B-ED1B6E0E8FE8}"/>
          </ac:spMkLst>
        </pc:spChg>
        <pc:picChg chg="del">
          <ac:chgData name="Mohamed Samir Mklad" userId="eb33bacdfdfb71b5" providerId="LiveId" clId="{20F392F4-2A5A-46C1-B57F-28D202AEDE24}" dt="2025-11-29T06:17:30.582" v="576" actId="478"/>
          <ac:picMkLst>
            <pc:docMk/>
            <pc:sldMk cId="1111938242" sldId="273"/>
            <ac:picMk id="6" creationId="{D5E7FD46-4809-9C92-3E98-F06980760928}"/>
          </ac:picMkLst>
        </pc:picChg>
        <pc:picChg chg="add mod">
          <ac:chgData name="Mohamed Samir Mklad" userId="eb33bacdfdfb71b5" providerId="LiveId" clId="{20F392F4-2A5A-46C1-B57F-28D202AEDE24}" dt="2025-11-29T06:18:02.932" v="583" actId="14100"/>
          <ac:picMkLst>
            <pc:docMk/>
            <pc:sldMk cId="1111938242" sldId="273"/>
            <ac:picMk id="7" creationId="{46EC34C7-9ED8-EC15-F84C-84B0002478D7}"/>
          </ac:picMkLst>
        </pc:picChg>
      </pc:sldChg>
      <pc:sldChg chg="addSp delSp modSp add mod">
        <pc:chgData name="Mohamed Samir Mklad" userId="eb33bacdfdfb71b5" providerId="LiveId" clId="{20F392F4-2A5A-46C1-B57F-28D202AEDE24}" dt="2025-11-29T06:21:18.291" v="630" actId="1076"/>
        <pc:sldMkLst>
          <pc:docMk/>
          <pc:sldMk cId="1405081458" sldId="274"/>
        </pc:sldMkLst>
        <pc:spChg chg="mod">
          <ac:chgData name="Mohamed Samir Mklad" userId="eb33bacdfdfb71b5" providerId="LiveId" clId="{20F392F4-2A5A-46C1-B57F-28D202AEDE24}" dt="2025-11-29T06:21:01.843" v="627" actId="1076"/>
          <ac:spMkLst>
            <pc:docMk/>
            <pc:sldMk cId="1405081458" sldId="274"/>
            <ac:spMk id="2" creationId="{18E1B553-DF21-93E9-B822-665C09261812}"/>
          </ac:spMkLst>
        </pc:spChg>
        <pc:spChg chg="add">
          <ac:chgData name="Mohamed Samir Mklad" userId="eb33bacdfdfb71b5" providerId="LiveId" clId="{20F392F4-2A5A-46C1-B57F-28D202AEDE24}" dt="2025-11-29T06:19:18.329" v="584"/>
          <ac:spMkLst>
            <pc:docMk/>
            <pc:sldMk cId="1405081458" sldId="274"/>
            <ac:spMk id="3" creationId="{4B0F2CA0-5BF7-F244-124F-FF039054A1DD}"/>
          </ac:spMkLst>
        </pc:spChg>
        <pc:spChg chg="add mod">
          <ac:chgData name="Mohamed Samir Mklad" userId="eb33bacdfdfb71b5" providerId="LiveId" clId="{20F392F4-2A5A-46C1-B57F-28D202AEDE24}" dt="2025-11-29T06:21:18.291" v="630" actId="1076"/>
          <ac:spMkLst>
            <pc:docMk/>
            <pc:sldMk cId="1405081458" sldId="274"/>
            <ac:spMk id="4" creationId="{A2C844EB-4D29-0FCC-750B-93C85F68471E}"/>
          </ac:spMkLst>
        </pc:spChg>
        <pc:spChg chg="del mod">
          <ac:chgData name="Mohamed Samir Mklad" userId="eb33bacdfdfb71b5" providerId="LiveId" clId="{20F392F4-2A5A-46C1-B57F-28D202AEDE24}" dt="2025-11-29T06:20:33.910" v="622"/>
          <ac:spMkLst>
            <pc:docMk/>
            <pc:sldMk cId="1405081458" sldId="274"/>
            <ac:spMk id="19" creationId="{029FE574-0E91-5E0F-847C-4B4E64BE62EF}"/>
          </ac:spMkLst>
        </pc:spChg>
        <pc:picChg chg="del">
          <ac:chgData name="Mohamed Samir Mklad" userId="eb33bacdfdfb71b5" providerId="LiveId" clId="{20F392F4-2A5A-46C1-B57F-28D202AEDE24}" dt="2025-11-29T06:20:33.909" v="620" actId="478"/>
          <ac:picMkLst>
            <pc:docMk/>
            <pc:sldMk cId="1405081458" sldId="274"/>
            <ac:picMk id="6" creationId="{22B5ED33-D4A6-DCBC-D233-50235AEA950F}"/>
          </ac:picMkLst>
        </pc:picChg>
        <pc:picChg chg="add mod">
          <ac:chgData name="Mohamed Samir Mklad" userId="eb33bacdfdfb71b5" providerId="LiveId" clId="{20F392F4-2A5A-46C1-B57F-28D202AEDE24}" dt="2025-11-29T06:21:09.395" v="629" actId="1076"/>
          <ac:picMkLst>
            <pc:docMk/>
            <pc:sldMk cId="1405081458" sldId="274"/>
            <ac:picMk id="7" creationId="{D4874C5E-D1D4-AF2E-6036-5ACC758C4C10}"/>
          </ac:picMkLst>
        </pc:picChg>
      </pc:sldChg>
      <pc:sldChg chg="addSp delSp modSp add mod">
        <pc:chgData name="Mohamed Samir Mklad" userId="eb33bacdfdfb71b5" providerId="LiveId" clId="{20F392F4-2A5A-46C1-B57F-28D202AEDE24}" dt="2025-11-29T06:23:51.771" v="641" actId="14100"/>
        <pc:sldMkLst>
          <pc:docMk/>
          <pc:sldMk cId="1201483231" sldId="275"/>
        </pc:sldMkLst>
        <pc:spChg chg="mod">
          <ac:chgData name="Mohamed Samir Mklad" userId="eb33bacdfdfb71b5" providerId="LiveId" clId="{20F392F4-2A5A-46C1-B57F-28D202AEDE24}" dt="2025-11-29T06:23:06.475" v="636"/>
          <ac:spMkLst>
            <pc:docMk/>
            <pc:sldMk cId="1201483231" sldId="275"/>
            <ac:spMk id="2" creationId="{508A5EC0-9DA4-A14D-1A2E-FF59DC8A2602}"/>
          </ac:spMkLst>
        </pc:spChg>
        <pc:spChg chg="mod">
          <ac:chgData name="Mohamed Samir Mklad" userId="eb33bacdfdfb71b5" providerId="LiveId" clId="{20F392F4-2A5A-46C1-B57F-28D202AEDE24}" dt="2025-11-29T06:23:51.771" v="641" actId="14100"/>
          <ac:spMkLst>
            <pc:docMk/>
            <pc:sldMk cId="1201483231" sldId="275"/>
            <ac:spMk id="4" creationId="{602BA197-F5CF-366A-2064-7A60984ECC5B}"/>
          </ac:spMkLst>
        </pc:spChg>
        <pc:picChg chg="add mod">
          <ac:chgData name="Mohamed Samir Mklad" userId="eb33bacdfdfb71b5" providerId="LiveId" clId="{20F392F4-2A5A-46C1-B57F-28D202AEDE24}" dt="2025-11-29T06:22:07.803" v="635" actId="1076"/>
          <ac:picMkLst>
            <pc:docMk/>
            <pc:sldMk cId="1201483231" sldId="275"/>
            <ac:picMk id="5" creationId="{2AFDFB9C-E562-9EA5-005B-812C3F20F63E}"/>
          </ac:picMkLst>
        </pc:picChg>
        <pc:picChg chg="del">
          <ac:chgData name="Mohamed Samir Mklad" userId="eb33bacdfdfb71b5" providerId="LiveId" clId="{20F392F4-2A5A-46C1-B57F-28D202AEDE24}" dt="2025-11-29T06:21:56.920" v="632" actId="478"/>
          <ac:picMkLst>
            <pc:docMk/>
            <pc:sldMk cId="1201483231" sldId="275"/>
            <ac:picMk id="7" creationId="{34BB815A-630B-D7B3-77C6-DF0800171E0A}"/>
          </ac:picMkLst>
        </pc:picChg>
      </pc:sldChg>
      <pc:sldChg chg="addSp delSp modSp add mod">
        <pc:chgData name="Mohamed Samir Mklad" userId="eb33bacdfdfb71b5" providerId="LiveId" clId="{20F392F4-2A5A-46C1-B57F-28D202AEDE24}" dt="2025-11-29T06:25:53.114" v="648"/>
        <pc:sldMkLst>
          <pc:docMk/>
          <pc:sldMk cId="651537020" sldId="276"/>
        </pc:sldMkLst>
        <pc:spChg chg="mod">
          <ac:chgData name="Mohamed Samir Mklad" userId="eb33bacdfdfb71b5" providerId="LiveId" clId="{20F392F4-2A5A-46C1-B57F-28D202AEDE24}" dt="2025-11-29T06:25:53.114" v="648"/>
          <ac:spMkLst>
            <pc:docMk/>
            <pc:sldMk cId="651537020" sldId="276"/>
            <ac:spMk id="2" creationId="{CB0DC99A-2011-E280-EA5C-173EDACAF00D}"/>
          </ac:spMkLst>
        </pc:spChg>
        <pc:spChg chg="mod">
          <ac:chgData name="Mohamed Samir Mklad" userId="eb33bacdfdfb71b5" providerId="LiveId" clId="{20F392F4-2A5A-46C1-B57F-28D202AEDE24}" dt="2025-11-29T06:25:26.388" v="647"/>
          <ac:spMkLst>
            <pc:docMk/>
            <pc:sldMk cId="651537020" sldId="276"/>
            <ac:spMk id="4" creationId="{40AEECD5-A1A0-529D-5527-23745DBEA41D}"/>
          </ac:spMkLst>
        </pc:spChg>
        <pc:picChg chg="del">
          <ac:chgData name="Mohamed Samir Mklad" userId="eb33bacdfdfb71b5" providerId="LiveId" clId="{20F392F4-2A5A-46C1-B57F-28D202AEDE24}" dt="2025-11-29T06:24:25" v="643" actId="478"/>
          <ac:picMkLst>
            <pc:docMk/>
            <pc:sldMk cId="651537020" sldId="276"/>
            <ac:picMk id="5" creationId="{E4D55060-54BD-2098-030A-CC3D17C1126F}"/>
          </ac:picMkLst>
        </pc:picChg>
        <pc:picChg chg="add mod">
          <ac:chgData name="Mohamed Samir Mklad" userId="eb33bacdfdfb71b5" providerId="LiveId" clId="{20F392F4-2A5A-46C1-B57F-28D202AEDE24}" dt="2025-11-29T06:24:32.977" v="646" actId="1076"/>
          <ac:picMkLst>
            <pc:docMk/>
            <pc:sldMk cId="651537020" sldId="276"/>
            <ac:picMk id="6" creationId="{6828D28E-67AA-82BA-FE1F-D7ECAEF6E86D}"/>
          </ac:picMkLst>
        </pc:picChg>
      </pc:sldChg>
      <pc:sldChg chg="addSp delSp modSp add mod">
        <pc:chgData name="Mohamed Samir Mklad" userId="eb33bacdfdfb71b5" providerId="LiveId" clId="{20F392F4-2A5A-46C1-B57F-28D202AEDE24}" dt="2025-11-29T06:29:37.988" v="657"/>
        <pc:sldMkLst>
          <pc:docMk/>
          <pc:sldMk cId="617944196" sldId="277"/>
        </pc:sldMkLst>
        <pc:spChg chg="mod">
          <ac:chgData name="Mohamed Samir Mklad" userId="eb33bacdfdfb71b5" providerId="LiveId" clId="{20F392F4-2A5A-46C1-B57F-28D202AEDE24}" dt="2025-11-29T06:29:37.988" v="657"/>
          <ac:spMkLst>
            <pc:docMk/>
            <pc:sldMk cId="617944196" sldId="277"/>
            <ac:spMk id="2" creationId="{01722B7B-D120-9161-C81D-98D3FE8139FA}"/>
          </ac:spMkLst>
        </pc:spChg>
        <pc:spChg chg="mod">
          <ac:chgData name="Mohamed Samir Mklad" userId="eb33bacdfdfb71b5" providerId="LiveId" clId="{20F392F4-2A5A-46C1-B57F-28D202AEDE24}" dt="2025-11-29T06:29:18.711" v="656"/>
          <ac:spMkLst>
            <pc:docMk/>
            <pc:sldMk cId="617944196" sldId="277"/>
            <ac:spMk id="4" creationId="{58E86B77-F44F-9A49-D3BB-5B55CAE558DF}"/>
          </ac:spMkLst>
        </pc:spChg>
        <pc:picChg chg="add mod">
          <ac:chgData name="Mohamed Samir Mklad" userId="eb33bacdfdfb71b5" providerId="LiveId" clId="{20F392F4-2A5A-46C1-B57F-28D202AEDE24}" dt="2025-11-29T06:27:52.375" v="655" actId="14100"/>
          <ac:picMkLst>
            <pc:docMk/>
            <pc:sldMk cId="617944196" sldId="277"/>
            <ac:picMk id="5" creationId="{15174D6A-B376-0F53-669E-0F3AEC1B9C2F}"/>
          </ac:picMkLst>
        </pc:picChg>
        <pc:picChg chg="del">
          <ac:chgData name="Mohamed Samir Mklad" userId="eb33bacdfdfb71b5" providerId="LiveId" clId="{20F392F4-2A5A-46C1-B57F-28D202AEDE24}" dt="2025-11-29T06:27:40.452" v="650" actId="478"/>
          <ac:picMkLst>
            <pc:docMk/>
            <pc:sldMk cId="617944196" sldId="277"/>
            <ac:picMk id="6" creationId="{330343C8-F801-7563-FE67-38DD7C0A0763}"/>
          </ac:picMkLst>
        </pc:picChg>
      </pc:sldChg>
      <pc:sldChg chg="addSp delSp modSp add mod">
        <pc:chgData name="Mohamed Samir Mklad" userId="eb33bacdfdfb71b5" providerId="LiveId" clId="{20F392F4-2A5A-46C1-B57F-28D202AEDE24}" dt="2025-11-29T06:32:33.974" v="679" actId="113"/>
        <pc:sldMkLst>
          <pc:docMk/>
          <pc:sldMk cId="509881058" sldId="278"/>
        </pc:sldMkLst>
        <pc:spChg chg="mod">
          <ac:chgData name="Mohamed Samir Mklad" userId="eb33bacdfdfb71b5" providerId="LiveId" clId="{20F392F4-2A5A-46C1-B57F-28D202AEDE24}" dt="2025-11-29T06:31:15.989" v="663"/>
          <ac:spMkLst>
            <pc:docMk/>
            <pc:sldMk cId="509881058" sldId="278"/>
            <ac:spMk id="2" creationId="{C8A84AE6-BE8E-BAA4-8986-F69ED40F52AA}"/>
          </ac:spMkLst>
        </pc:spChg>
        <pc:spChg chg="del mod">
          <ac:chgData name="Mohamed Samir Mklad" userId="eb33bacdfdfb71b5" providerId="LiveId" clId="{20F392F4-2A5A-46C1-B57F-28D202AEDE24}" dt="2025-11-29T06:32:01.808" v="673"/>
          <ac:spMkLst>
            <pc:docMk/>
            <pc:sldMk cId="509881058" sldId="278"/>
            <ac:spMk id="4" creationId="{96D2D98D-7A37-4710-9987-8F233000E123}"/>
          </ac:spMkLst>
        </pc:spChg>
        <pc:spChg chg="add">
          <ac:chgData name="Mohamed Samir Mklad" userId="eb33bacdfdfb71b5" providerId="LiveId" clId="{20F392F4-2A5A-46C1-B57F-28D202AEDE24}" dt="2025-11-29T06:31:28.428" v="664"/>
          <ac:spMkLst>
            <pc:docMk/>
            <pc:sldMk cId="509881058" sldId="278"/>
            <ac:spMk id="7" creationId="{94178BB5-E58F-65C4-7898-16D3A6F8E137}"/>
          </ac:spMkLst>
        </pc:spChg>
        <pc:spChg chg="add mod">
          <ac:chgData name="Mohamed Samir Mklad" userId="eb33bacdfdfb71b5" providerId="LiveId" clId="{20F392F4-2A5A-46C1-B57F-28D202AEDE24}" dt="2025-11-29T06:32:33.974" v="679" actId="113"/>
          <ac:spMkLst>
            <pc:docMk/>
            <pc:sldMk cId="509881058" sldId="278"/>
            <ac:spMk id="8" creationId="{0666A77B-87CD-D98F-63B1-5E0B48E51AEB}"/>
          </ac:spMkLst>
        </pc:spChg>
        <pc:picChg chg="del">
          <ac:chgData name="Mohamed Samir Mklad" userId="eb33bacdfdfb71b5" providerId="LiveId" clId="{20F392F4-2A5A-46C1-B57F-28D202AEDE24}" dt="2025-11-29T06:30:38.261" v="659" actId="478"/>
          <ac:picMkLst>
            <pc:docMk/>
            <pc:sldMk cId="509881058" sldId="278"/>
            <ac:picMk id="5" creationId="{4AAB688B-C452-2D62-BBA6-81BA0F33F802}"/>
          </ac:picMkLst>
        </pc:picChg>
        <pc:picChg chg="add mod">
          <ac:chgData name="Mohamed Samir Mklad" userId="eb33bacdfdfb71b5" providerId="LiveId" clId="{20F392F4-2A5A-46C1-B57F-28D202AEDE24}" dt="2025-11-29T06:30:48.086" v="662" actId="14100"/>
          <ac:picMkLst>
            <pc:docMk/>
            <pc:sldMk cId="509881058" sldId="278"/>
            <ac:picMk id="6" creationId="{8FED093B-1561-8E8C-5D59-F266745BAC27}"/>
          </ac:picMkLst>
        </pc:picChg>
      </pc:sldChg>
      <pc:sldChg chg="addSp delSp modSp add mod">
        <pc:chgData name="Mohamed Samir Mklad" userId="eb33bacdfdfb71b5" providerId="LiveId" clId="{20F392F4-2A5A-46C1-B57F-28D202AEDE24}" dt="2025-11-29T06:35:41.855" v="693" actId="14100"/>
        <pc:sldMkLst>
          <pc:docMk/>
          <pc:sldMk cId="3208530385" sldId="279"/>
        </pc:sldMkLst>
        <pc:spChg chg="mod">
          <ac:chgData name="Mohamed Samir Mklad" userId="eb33bacdfdfb71b5" providerId="LiveId" clId="{20F392F4-2A5A-46C1-B57F-28D202AEDE24}" dt="2025-11-29T06:35:28.796" v="688" actId="1076"/>
          <ac:spMkLst>
            <pc:docMk/>
            <pc:sldMk cId="3208530385" sldId="279"/>
            <ac:spMk id="2" creationId="{91B0D5A5-DE04-57A3-B1A2-E0DF73B25C7F}"/>
          </ac:spMkLst>
        </pc:spChg>
        <pc:spChg chg="mod">
          <ac:chgData name="Mohamed Samir Mklad" userId="eb33bacdfdfb71b5" providerId="LiveId" clId="{20F392F4-2A5A-46C1-B57F-28D202AEDE24}" dt="2025-11-29T06:35:41.855" v="693" actId="14100"/>
          <ac:spMkLst>
            <pc:docMk/>
            <pc:sldMk cId="3208530385" sldId="279"/>
            <ac:spMk id="8" creationId="{E4A141EB-BEED-FF96-B0F0-11BE144953A1}"/>
          </ac:spMkLst>
        </pc:spChg>
        <pc:picChg chg="add mod">
          <ac:chgData name="Mohamed Samir Mklad" userId="eb33bacdfdfb71b5" providerId="LiveId" clId="{20F392F4-2A5A-46C1-B57F-28D202AEDE24}" dt="2025-11-29T06:35:35.236" v="691" actId="1076"/>
          <ac:picMkLst>
            <pc:docMk/>
            <pc:sldMk cId="3208530385" sldId="279"/>
            <ac:picMk id="4" creationId="{8C2229CB-5C79-D773-8907-78B9D9ADB543}"/>
          </ac:picMkLst>
        </pc:picChg>
        <pc:picChg chg="del">
          <ac:chgData name="Mohamed Samir Mklad" userId="eb33bacdfdfb71b5" providerId="LiveId" clId="{20F392F4-2A5A-46C1-B57F-28D202AEDE24}" dt="2025-11-29T06:33:22.299" v="681" actId="478"/>
          <ac:picMkLst>
            <pc:docMk/>
            <pc:sldMk cId="3208530385" sldId="279"/>
            <ac:picMk id="6" creationId="{9F12062B-9BC0-3408-6C9E-297DD9688930}"/>
          </ac:picMkLst>
        </pc:picChg>
      </pc:sldChg>
      <pc:sldChg chg="addSp delSp modSp add mod">
        <pc:chgData name="Mohamed Samir Mklad" userId="eb33bacdfdfb71b5" providerId="LiveId" clId="{20F392F4-2A5A-46C1-B57F-28D202AEDE24}" dt="2025-11-29T06:37:06.031" v="709" actId="14100"/>
        <pc:sldMkLst>
          <pc:docMk/>
          <pc:sldMk cId="745109078" sldId="280"/>
        </pc:sldMkLst>
        <pc:spChg chg="mod">
          <ac:chgData name="Mohamed Samir Mklad" userId="eb33bacdfdfb71b5" providerId="LiveId" clId="{20F392F4-2A5A-46C1-B57F-28D202AEDE24}" dt="2025-11-29T06:36:35.585" v="701" actId="20577"/>
          <ac:spMkLst>
            <pc:docMk/>
            <pc:sldMk cId="745109078" sldId="280"/>
            <ac:spMk id="2" creationId="{55536745-A01F-2724-B03C-EE6D21DE99D4}"/>
          </ac:spMkLst>
        </pc:spChg>
        <pc:spChg chg="del mod">
          <ac:chgData name="Mohamed Samir Mklad" userId="eb33bacdfdfb71b5" providerId="LiveId" clId="{20F392F4-2A5A-46C1-B57F-28D202AEDE24}" dt="2025-11-29T06:36:33.269" v="700"/>
          <ac:spMkLst>
            <pc:docMk/>
            <pc:sldMk cId="745109078" sldId="280"/>
            <ac:spMk id="8" creationId="{2C284703-8FD0-2566-F5A5-91DF481C6B40}"/>
          </ac:spMkLst>
        </pc:spChg>
        <pc:spChg chg="del">
          <ac:chgData name="Mohamed Samir Mklad" userId="eb33bacdfdfb71b5" providerId="LiveId" clId="{20F392F4-2A5A-46C1-B57F-28D202AEDE24}" dt="2025-11-29T06:36:29.310" v="696" actId="478"/>
          <ac:spMkLst>
            <pc:docMk/>
            <pc:sldMk cId="745109078" sldId="280"/>
            <ac:spMk id="11" creationId="{71EBDB74-3AF6-CADD-5AA3-336FB1BF4ECD}"/>
          </ac:spMkLst>
        </pc:spChg>
        <pc:picChg chg="del">
          <ac:chgData name="Mohamed Samir Mklad" userId="eb33bacdfdfb71b5" providerId="LiveId" clId="{20F392F4-2A5A-46C1-B57F-28D202AEDE24}" dt="2025-11-29T06:36:27.609" v="695" actId="478"/>
          <ac:picMkLst>
            <pc:docMk/>
            <pc:sldMk cId="745109078" sldId="280"/>
            <ac:picMk id="4" creationId="{0E3500CB-42F3-71AA-776C-EB69229CFED0}"/>
          </ac:picMkLst>
        </pc:picChg>
        <pc:picChg chg="add mod">
          <ac:chgData name="Mohamed Samir Mklad" userId="eb33bacdfdfb71b5" providerId="LiveId" clId="{20F392F4-2A5A-46C1-B57F-28D202AEDE24}" dt="2025-11-29T06:37:06.031" v="709" actId="14100"/>
          <ac:picMkLst>
            <pc:docMk/>
            <pc:sldMk cId="745109078" sldId="280"/>
            <ac:picMk id="5" creationId="{2E2A25F6-640F-6D88-291C-F35A6343F00A}"/>
          </ac:picMkLst>
        </pc:picChg>
      </pc:sldChg>
      <pc:sldMasterChg chg="setBg modSldLayout">
        <pc:chgData name="Mohamed Samir Mklad" userId="eb33bacdfdfb71b5" providerId="LiveId" clId="{20F392F4-2A5A-46C1-B57F-28D202AEDE24}" dt="2025-11-28T11:16:16.945" v="118"/>
        <pc:sldMasterMkLst>
          <pc:docMk/>
          <pc:sldMasterMk cId="2209977519" sldId="2147483648"/>
        </pc:sldMasterMkLst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3168075583" sldId="2147483649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2614314258" sldId="2147483650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960648375" sldId="2147483651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2782244947" sldId="2147483652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990158736" sldId="2147483653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727027711" sldId="2147483654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1212999818" sldId="2147483655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1840726560" sldId="2147483656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3889236939" sldId="2147483657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2910927964" sldId="2147483658"/>
          </pc:sldLayoutMkLst>
        </pc:sldLayoutChg>
        <pc:sldLayoutChg chg="setBg">
          <pc:chgData name="Mohamed Samir Mklad" userId="eb33bacdfdfb71b5" providerId="LiveId" clId="{20F392F4-2A5A-46C1-B57F-28D202AEDE24}" dt="2025-11-28T11:16:16.945" v="118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2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9.xml"/><Relationship Id="rId1" Type="http://schemas.openxmlformats.org/officeDocument/2006/relationships/themeOverride" Target="../theme/themeOverride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Used Car Sales Analysis Project –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Data Analysis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 Members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>
              <a:spcAft>
                <a:spcPts val="1000"/>
              </a:spcAft>
            </a:pPr>
            <a:r>
              <a:rPr sz="2400" dirty="0"/>
              <a:t>Eng. Baher</a:t>
            </a:r>
            <a:endParaRPr lang="ar-SA" sz="2400" dirty="0"/>
          </a:p>
          <a:p>
            <a:pPr>
              <a:spcAft>
                <a:spcPts val="1000"/>
              </a:spcAft>
            </a:pPr>
            <a:r>
              <a:rPr sz="2400" dirty="0"/>
              <a:t>Eng. Mohamed </a:t>
            </a:r>
            <a:r>
              <a:rPr lang="en-US" sz="2400" dirty="0"/>
              <a:t>Hassan</a:t>
            </a:r>
          </a:p>
          <a:p>
            <a:pPr>
              <a:spcAft>
                <a:spcPts val="1000"/>
              </a:spcAft>
            </a:pPr>
            <a:r>
              <a:rPr sz="2400" dirty="0"/>
              <a:t>Mohamed Samir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1. Raw Dataset (Flat Excel File)</a:t>
            </a:r>
          </a:p>
          <a:p>
            <a:r>
              <a:rPr lang="en-US" dirty="0"/>
              <a:t>The project started with a flat Excel file containing all car information in one table.</a:t>
            </a:r>
            <a:br>
              <a:rPr lang="en-US" dirty="0"/>
            </a:br>
            <a:r>
              <a:rPr lang="en-US" dirty="0"/>
              <a:t>This table included:</a:t>
            </a:r>
          </a:p>
          <a:p>
            <a:r>
              <a:rPr lang="en-US" dirty="0"/>
              <a:t>Manufacturer</a:t>
            </a:r>
          </a:p>
          <a:p>
            <a:r>
              <a:rPr lang="en-US" dirty="0"/>
              <a:t>Model</a:t>
            </a:r>
          </a:p>
          <a:p>
            <a:r>
              <a:rPr lang="en-US" dirty="0"/>
              <a:t>Engine size</a:t>
            </a:r>
          </a:p>
          <a:p>
            <a:r>
              <a:rPr lang="en-US" dirty="0"/>
              <a:t>Fuel type</a:t>
            </a:r>
          </a:p>
          <a:p>
            <a:r>
              <a:rPr lang="en-US" dirty="0"/>
              <a:t>Year of manufacture</a:t>
            </a:r>
          </a:p>
          <a:p>
            <a:r>
              <a:rPr lang="en-US" dirty="0"/>
              <a:t>Mileage</a:t>
            </a:r>
          </a:p>
          <a:p>
            <a:r>
              <a:rPr lang="en-US" dirty="0"/>
              <a:t>Price</a:t>
            </a:r>
          </a:p>
          <a:p>
            <a:pPr marL="0" indent="0">
              <a:buNone/>
            </a:pPr>
            <a:r>
              <a:rPr lang="en-US" dirty="0"/>
              <a:t>Although this structure is simple, it makes analysis slow and limits filtering and relationships.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11348-C101-4F25-692C-EE368AD04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69D7-7E24-31C4-32AD-63397DB0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AE603-7252-7070-A90A-E9B90BAAD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b="1" dirty="0"/>
              <a:t>2. Data Cleaning </a:t>
            </a:r>
            <a:endParaRPr lang="en-US" sz="2800" dirty="0"/>
          </a:p>
          <a:p>
            <a:r>
              <a:rPr lang="en-US" sz="2800" dirty="0"/>
              <a:t>Promoted Headers: Converted the first row into proper column names.</a:t>
            </a:r>
          </a:p>
          <a:p>
            <a:r>
              <a:rPr lang="en-US" sz="2800" dirty="0"/>
              <a:t>Data Type Correction: Ensured text fields (Brand, Model, Fuel) and numeric fields (Engine size, Year, Mileage, Price) were correctly typed.</a:t>
            </a:r>
          </a:p>
          <a:p>
            <a:r>
              <a:rPr lang="en-US" sz="2800" dirty="0"/>
              <a:t>Removed Unnecessary Columns: Kept only relevant fields for each table during preparation.</a:t>
            </a:r>
          </a:p>
          <a:p>
            <a:r>
              <a:rPr lang="en-US" sz="2800" dirty="0"/>
              <a:t>Removed Duplicates: Cleaned each dimension column to keep unique values only.</a:t>
            </a:r>
          </a:p>
          <a:p>
            <a:r>
              <a:rPr lang="en-US" sz="2800" dirty="0"/>
              <a:t>Added Index Columns: Created surrogate keys (Model</a:t>
            </a:r>
            <a:r>
              <a:rPr lang="ar-EG" sz="2800" dirty="0"/>
              <a:t> </a:t>
            </a:r>
            <a:r>
              <a:rPr lang="en-US" sz="2800" dirty="0"/>
              <a:t>ID</a:t>
            </a:r>
            <a:r>
              <a:rPr lang="en-US" sz="2800"/>
              <a:t>, Manufacturer ID</a:t>
            </a:r>
            <a:r>
              <a:rPr lang="en-US" sz="2800" dirty="0"/>
              <a:t>, Fuel Type ID, Engine Size ID).</a:t>
            </a:r>
          </a:p>
          <a:p>
            <a:r>
              <a:rPr lang="en-US" sz="2800" dirty="0"/>
              <a:t>Validated Fact Table: Checked for empty rows, invalid records, and ensured consistent structure before modelling.</a:t>
            </a:r>
          </a:p>
        </p:txBody>
      </p:sp>
    </p:spTree>
    <p:extLst>
      <p:ext uri="{BB962C8B-B14F-4D97-AF65-F5344CB8AC3E}">
        <p14:creationId xmlns:p14="http://schemas.microsoft.com/office/powerpoint/2010/main" val="17597986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DD628-F07D-0438-A50E-BE744AADD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27A0-E8AA-ED0E-3694-1C3C2ACF0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9214F-DA1E-203A-43A9-471EB6789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3. </a:t>
            </a:r>
            <a:r>
              <a:rPr lang="en-US" b="1" dirty="0"/>
              <a:t>Normalization</a:t>
            </a:r>
            <a:r>
              <a:rPr lang="en-US" dirty="0"/>
              <a:t>: </a:t>
            </a:r>
          </a:p>
          <a:p>
            <a:r>
              <a:rPr lang="en-US" dirty="0"/>
              <a:t>The flat Excel file was converted into a structured model by separating repeated fields into Dimension Tables.</a:t>
            </a:r>
          </a:p>
          <a:p>
            <a:r>
              <a:rPr lang="en-US" dirty="0"/>
              <a:t>Created distinct Dimension Tables for:</a:t>
            </a:r>
          </a:p>
          <a:p>
            <a:pPr lvl="1"/>
            <a:r>
              <a:rPr lang="en-US" dirty="0"/>
              <a:t>Dim Manufacturer</a:t>
            </a:r>
          </a:p>
          <a:p>
            <a:pPr lvl="1"/>
            <a:r>
              <a:rPr lang="en-US" dirty="0"/>
              <a:t>Dim Model</a:t>
            </a:r>
          </a:p>
          <a:p>
            <a:pPr lvl="1"/>
            <a:r>
              <a:rPr lang="en-US" dirty="0"/>
              <a:t>Dim Fuel Type</a:t>
            </a:r>
          </a:p>
          <a:p>
            <a:pPr lvl="1"/>
            <a:r>
              <a:rPr lang="en-US" dirty="0"/>
              <a:t>Dim Engine Size</a:t>
            </a:r>
          </a:p>
          <a:p>
            <a:r>
              <a:rPr lang="en-US" dirty="0"/>
              <a:t>Each Dimension Table contains only unique values and an added Index Column serving as a primary key (Manufacturer ID, Model ID, Fuel Type ID, Engine Size ID).</a:t>
            </a:r>
          </a:p>
          <a:p>
            <a:r>
              <a:rPr lang="en-US" dirty="0"/>
              <a:t>The original dataset was transformed into a Fact Sales table containing all transaction details (brand, model, engine, fuel, year, mileage, price).</a:t>
            </a:r>
          </a:p>
          <a:p>
            <a:r>
              <a:rPr lang="en-US" dirty="0"/>
              <a:t>This normalization process reduced redundancy, improved performance, and prepared the data for proper modelling in a Star Schema.</a:t>
            </a:r>
          </a:p>
        </p:txBody>
      </p:sp>
    </p:spTree>
    <p:extLst>
      <p:ext uri="{BB962C8B-B14F-4D97-AF65-F5344CB8AC3E}">
        <p14:creationId xmlns:p14="http://schemas.microsoft.com/office/powerpoint/2010/main" val="19126137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FF9E5-CF15-D837-C5F1-2F1AB141F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EDF20-A95E-A03B-2643-4CDC32953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828C6-204D-4AF2-D4DC-BCFAD3D3F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4. Data Model – Star Schema</a:t>
            </a:r>
          </a:p>
          <a:p>
            <a:r>
              <a:rPr lang="en-US" dirty="0"/>
              <a:t>After normalization, all tables were connected using a Star Schema to ensure efficient analysis.</a:t>
            </a:r>
          </a:p>
          <a:p>
            <a:r>
              <a:rPr lang="en-US" dirty="0"/>
              <a:t>Fact Sales was placed at the center, holding all transactional data.</a:t>
            </a:r>
          </a:p>
          <a:p>
            <a:r>
              <a:rPr lang="en-US" dirty="0"/>
              <a:t>Connected to four Dimension Tables through surrogate keys:</a:t>
            </a:r>
          </a:p>
          <a:p>
            <a:pPr lvl="1"/>
            <a:r>
              <a:rPr lang="en-US" dirty="0"/>
              <a:t>Manufacturer ID</a:t>
            </a:r>
          </a:p>
          <a:p>
            <a:pPr lvl="1"/>
            <a:r>
              <a:rPr lang="en-US" dirty="0"/>
              <a:t>Model ID</a:t>
            </a:r>
          </a:p>
          <a:p>
            <a:pPr lvl="1"/>
            <a:r>
              <a:rPr lang="en-US" dirty="0"/>
              <a:t>Fuel Type ID</a:t>
            </a:r>
          </a:p>
          <a:p>
            <a:pPr lvl="1"/>
            <a:r>
              <a:rPr lang="en-US" dirty="0"/>
              <a:t>Engine Size ID</a:t>
            </a:r>
          </a:p>
          <a:p>
            <a:r>
              <a:rPr lang="en-US" dirty="0"/>
              <a:t>All relationships were set to one-to-many, enabling accurate filtering and cross-analysis.</a:t>
            </a:r>
          </a:p>
          <a:p>
            <a:r>
              <a:rPr lang="en-US" dirty="0"/>
              <a:t>This structure improves performance and allows flexible analysis by brand, model, year, engine size, and fuel type.</a:t>
            </a:r>
          </a:p>
        </p:txBody>
      </p:sp>
    </p:spTree>
    <p:extLst>
      <p:ext uri="{BB962C8B-B14F-4D97-AF65-F5344CB8AC3E}">
        <p14:creationId xmlns:p14="http://schemas.microsoft.com/office/powerpoint/2010/main" val="27117176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B9B47-CE8D-C010-B8F3-821F738A0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0EB4A-4D07-F203-2508-AE7055CAF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035991"/>
            <a:ext cx="5486400" cy="566738"/>
          </a:xfrm>
        </p:spPr>
        <p:txBody>
          <a:bodyPr>
            <a:noAutofit/>
          </a:bodyPr>
          <a:lstStyle/>
          <a:p>
            <a:pPr algn="l"/>
            <a:r>
              <a:rPr lang="en-US" sz="2000" b="1" dirty="0"/>
              <a:t>Total Cars by manufacturer </a:t>
            </a:r>
            <a:endParaRPr sz="20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D584D10-BB7E-B9E7-E47F-4D83B2D6079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7814" r="7814"/>
          <a:stretch/>
        </p:blipFill>
        <p:spPr>
          <a:xfrm>
            <a:off x="1828800" y="204560"/>
            <a:ext cx="5486400" cy="41148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BDFB0DE-DDD9-DC80-E204-A1608CE4C4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799" y="4602728"/>
            <a:ext cx="6090557" cy="2050711"/>
          </a:xfrm>
        </p:spPr>
        <p:txBody>
          <a:bodyPr>
            <a:noAutofit/>
          </a:bodyPr>
          <a:lstStyle/>
          <a:p>
            <a:r>
              <a:rPr lang="en-US" sz="1600" dirty="0"/>
              <a:t>The chart shows that Ford, Volkswagen, and Toyota clearly dominate the market.</a:t>
            </a:r>
          </a:p>
          <a:p>
            <a:r>
              <a:rPr lang="en-US" sz="1600" dirty="0"/>
              <a:t>These three brands account for most available cars, which means buyers mainly prefer reliable, widely-available models.</a:t>
            </a:r>
          </a:p>
          <a:p>
            <a:r>
              <a:rPr lang="en-US" sz="1600" dirty="0"/>
              <a:t>Premium brands like BMW and Porsche appear in much smaller numbers, indicating limited supply and a more niche customer segment.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07562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7EBA2-6696-1D0D-73E9-97BA1C34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D5B22-E53A-1860-66E0-A7B2EEDEB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035991"/>
            <a:ext cx="5486400" cy="566738"/>
          </a:xfrm>
        </p:spPr>
        <p:txBody>
          <a:bodyPr>
            <a:noAutofit/>
          </a:bodyPr>
          <a:lstStyle/>
          <a:p>
            <a:r>
              <a:rPr lang="en-US" dirty="0"/>
              <a:t>Total Amount by Manufacturer</a:t>
            </a:r>
            <a:endParaRPr sz="20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45BD02-18B4-E182-AACF-1201673650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799" y="4602728"/>
            <a:ext cx="6090557" cy="2050711"/>
          </a:xfrm>
        </p:spPr>
        <p:txBody>
          <a:bodyPr>
            <a:noAutofit/>
          </a:bodyPr>
          <a:lstStyle/>
          <a:p>
            <a:r>
              <a:rPr lang="en-US" sz="1500" dirty="0"/>
              <a:t>Toyota achieves the highest total sales value (180M), showing strong demand and solid pricing.</a:t>
            </a:r>
          </a:p>
          <a:p>
            <a:r>
              <a:rPr lang="en-US" sz="1500" dirty="0"/>
              <a:t>Ford and VW follow closely, indicating both brands maintain strong market value.</a:t>
            </a:r>
          </a:p>
          <a:p>
            <a:r>
              <a:rPr lang="en-US" sz="1500" dirty="0"/>
              <a:t>BMW generates high revenue relative to its volume, confirming its premium pricing.</a:t>
            </a:r>
          </a:p>
          <a:p>
            <a:r>
              <a:rPr lang="en-US" sz="1500" dirty="0"/>
              <a:t>Porsche shows the lowest total amount, reflecting its limited market presence.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CDD693-5056-4F5B-5295-A2D50890E7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2946" y="310981"/>
            <a:ext cx="7202261" cy="388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60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A0009-364E-50D1-1360-12B65542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AF94-83D5-4CFD-3497-4E02D8CE4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035991"/>
            <a:ext cx="5486400" cy="566738"/>
          </a:xfrm>
        </p:spPr>
        <p:txBody>
          <a:bodyPr>
            <a:noAutofit/>
          </a:bodyPr>
          <a:lstStyle/>
          <a:p>
            <a:r>
              <a:rPr lang="en-US" sz="2000" dirty="0"/>
              <a:t>Total Cars By Model </a:t>
            </a:r>
            <a:endParaRPr sz="20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B6F4DDD-5781-3EED-640D-359490BC3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28799" y="4602728"/>
            <a:ext cx="6090557" cy="2050711"/>
          </a:xfrm>
        </p:spPr>
        <p:txBody>
          <a:bodyPr>
            <a:noAutofit/>
          </a:bodyPr>
          <a:lstStyle/>
          <a:p>
            <a:r>
              <a:rPr lang="en-US" sz="1600" dirty="0"/>
              <a:t>The top-selling models are </a:t>
            </a:r>
            <a:r>
              <a:rPr lang="en-US" sz="1600" b="1" dirty="0"/>
              <a:t>Mondeo, Golf, Polo, Focus, and Fiesta</a:t>
            </a:r>
            <a:r>
              <a:rPr lang="en-US" sz="1600" dirty="0"/>
              <a:t>, each around </a:t>
            </a:r>
            <a:r>
              <a:rPr lang="en-US" sz="1600" b="1" dirty="0"/>
              <a:t>5K</a:t>
            </a:r>
            <a:r>
              <a:rPr lang="en-US" sz="1600" dirty="0"/>
              <a:t>, showing strong demand for mass-market cars.</a:t>
            </a:r>
          </a:p>
          <a:p>
            <a:r>
              <a:rPr lang="en-US" sz="1600" dirty="0"/>
              <a:t>Toyota models (</a:t>
            </a:r>
            <a:r>
              <a:rPr lang="en-US" sz="1600" b="1" dirty="0"/>
              <a:t>RAV4, Prius, Yaris</a:t>
            </a:r>
            <a:r>
              <a:rPr lang="en-US" sz="1600" dirty="0"/>
              <a:t>) follow with </a:t>
            </a:r>
            <a:r>
              <a:rPr lang="en-US" sz="1600" b="1" dirty="0"/>
              <a:t>4K+</a:t>
            </a:r>
            <a:r>
              <a:rPr lang="en-US" sz="1600" dirty="0"/>
              <a:t>, reflecting stable popularity.</a:t>
            </a:r>
          </a:p>
          <a:p>
            <a:r>
              <a:rPr lang="en-US" sz="1600" dirty="0"/>
              <a:t>Premium models (</a:t>
            </a:r>
            <a:r>
              <a:rPr lang="en-US" sz="1600" b="1" dirty="0"/>
              <a:t>BMW</a:t>
            </a:r>
            <a:r>
              <a:rPr lang="en-US" sz="1600" dirty="0"/>
              <a:t>) show moderate volumes, while </a:t>
            </a:r>
            <a:r>
              <a:rPr lang="en-US" sz="1600" b="1" dirty="0"/>
              <a:t>Porsche</a:t>
            </a:r>
            <a:r>
              <a:rPr lang="en-US" sz="1600" dirty="0"/>
              <a:t> models record the lowest, as expected for high-end cars.</a:t>
            </a:r>
          </a:p>
          <a:p>
            <a:r>
              <a:rPr lang="en-US" sz="1600" b="1" dirty="0"/>
              <a:t>Overall:</a:t>
            </a:r>
            <a:r>
              <a:rPr lang="en-US" sz="1600" dirty="0"/>
              <a:t> Most sales come from </a:t>
            </a:r>
            <a:r>
              <a:rPr lang="en-US" sz="1600" b="1" dirty="0"/>
              <a:t>affordable mid-range models</a:t>
            </a:r>
            <a:r>
              <a:rPr lang="en-US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95F07C-AB83-387A-36C5-7F9737FD1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568" y="204561"/>
            <a:ext cx="7564863" cy="399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544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9A8FF-71F5-36C1-524A-8D128BC91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0F78-3B92-6368-DF87-DEAA97F2B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21" y="3976907"/>
            <a:ext cx="5486400" cy="566738"/>
          </a:xfrm>
        </p:spPr>
        <p:txBody>
          <a:bodyPr>
            <a:noAutofit/>
          </a:bodyPr>
          <a:lstStyle/>
          <a:p>
            <a:r>
              <a:rPr lang="en-US" sz="2000" dirty="0"/>
              <a:t>Total Amount by Year of manufacturing </a:t>
            </a:r>
            <a:endParaRPr sz="20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6BA117C-B0D9-A090-36B0-A64D9E2BECED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671060" y="4484344"/>
            <a:ext cx="7728856" cy="2209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highest sales amounts</a:t>
            </a:r>
            <a:r>
              <a:rPr lang="en-US" sz="1600" dirty="0"/>
              <a:t> come from newer models (2016–2020), reaching up to </a:t>
            </a:r>
            <a:r>
              <a:rPr lang="en-US" sz="1600" b="1" dirty="0"/>
              <a:t>59M</a:t>
            </a:r>
            <a:r>
              <a:rPr lang="en-US" sz="1600" dirty="0"/>
              <a:t>, confirming that </a:t>
            </a:r>
            <a:r>
              <a:rPr lang="en-US" sz="1600" b="1" dirty="0"/>
              <a:t>recent cars generate significantly higher revenue</a:t>
            </a:r>
            <a:r>
              <a:rPr lang="en-US" sz="1600" dirty="0"/>
              <a:t> in the used-car market.</a:t>
            </a:r>
          </a:p>
          <a:p>
            <a:r>
              <a:rPr lang="en-US" sz="1600" dirty="0"/>
              <a:t>Sales value declines steadily for older models because </a:t>
            </a:r>
            <a:r>
              <a:rPr lang="en-US" sz="1600" b="1" dirty="0"/>
              <a:t>older cars lose market value</a:t>
            </a:r>
            <a:r>
              <a:rPr lang="en-US" sz="1600" dirty="0"/>
              <a:t>, even if the number of units might still be available.</a:t>
            </a:r>
          </a:p>
          <a:p>
            <a:r>
              <a:rPr lang="en-US" sz="1600" dirty="0"/>
              <a:t>The drop becomes sharper after 2010, showing that </a:t>
            </a:r>
            <a:r>
              <a:rPr lang="en-US" sz="1600" b="1" dirty="0"/>
              <a:t>cars older than ~12–15 years contribute very little to total revenue</a:t>
            </a:r>
            <a:r>
              <a:rPr lang="en-US" sz="1600" dirty="0"/>
              <a:t>.</a:t>
            </a:r>
          </a:p>
          <a:p>
            <a:r>
              <a:rPr lang="en-US" sz="1600" dirty="0"/>
              <a:t>Overall, the market’s revenue is </a:t>
            </a:r>
            <a:r>
              <a:rPr lang="en-US" sz="1600" b="1" dirty="0"/>
              <a:t>driven mainly by modern cars</a:t>
            </a:r>
            <a:r>
              <a:rPr lang="en-US" sz="1600" dirty="0"/>
              <a:t>, meaning buyers are willing to pay much more for relatively recent models, even if quantities are lower.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37E87D-88B1-C035-C6EE-ACEEA73E8A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497" y="163820"/>
            <a:ext cx="5299982" cy="384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564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DB2A2-FB82-178E-B311-C345A04F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CAED6-15CD-8608-75EE-CE50065F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93" y="3429000"/>
            <a:ext cx="5486400" cy="566738"/>
          </a:xfrm>
        </p:spPr>
        <p:txBody>
          <a:bodyPr>
            <a:noAutofit/>
          </a:bodyPr>
          <a:lstStyle/>
          <a:p>
            <a:r>
              <a:rPr lang="en-US" sz="2000" dirty="0"/>
              <a:t>Total Sales by Year of manufacturing </a:t>
            </a:r>
            <a:endParaRPr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00C036-244B-5644-7A4C-FC8D1536A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93" y="229437"/>
            <a:ext cx="6428014" cy="340599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5CB075-FC13-DA08-D304-E45F9527A636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A1A836E2-A321-CADC-EAAF-BE837C74E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7994" y="4118849"/>
            <a:ext cx="64280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/>
              <a:t>The chart highlights 1995, 1996, 2005, 2019, and 2018 as the years with the highest number of cars sold, shown in yellow.</a:t>
            </a:r>
          </a:p>
          <a:p>
            <a:r>
              <a:rPr lang="en-US" sz="1600" dirty="0"/>
              <a:t>These model years simply have more cars available in the used-car market compared to the surrounding years.</a:t>
            </a:r>
          </a:p>
          <a:p>
            <a:r>
              <a:rPr lang="en-US" sz="1600" dirty="0"/>
              <a:t>Aside from these peaks, most other years show a stable and consistent sales volume across the dataset.</a:t>
            </a:r>
          </a:p>
        </p:txBody>
      </p:sp>
    </p:spTree>
    <p:extLst>
      <p:ext uri="{BB962C8B-B14F-4D97-AF65-F5344CB8AC3E}">
        <p14:creationId xmlns:p14="http://schemas.microsoft.com/office/powerpoint/2010/main" val="3009227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487C-729D-5A47-B5E4-359497A4B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08B278D-AFCF-95D6-BEAB-2B5E90B2EA6A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1C6243F-61A5-4D0E-0AE6-8A6B39F3D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EC34C7-9ED8-EC15-F84C-84B000247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98" y="140833"/>
            <a:ext cx="8750073" cy="655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938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BC822-B36C-796D-F5BB-A2B5DA55E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B553-DF21-93E9-B822-665C09261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94" y="3634254"/>
            <a:ext cx="5486400" cy="566738"/>
          </a:xfrm>
        </p:spPr>
        <p:txBody>
          <a:bodyPr>
            <a:noAutofit/>
          </a:bodyPr>
          <a:lstStyle/>
          <a:p>
            <a:r>
              <a:rPr lang="en-US" sz="2000" dirty="0"/>
              <a:t>Average Price by Engine Size</a:t>
            </a: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282467-DB33-8B9D-D685-7CE352356C25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2C844EB-4D29-0FCC-750B-93C85F6847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227" y="4200992"/>
            <a:ext cx="642801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highest average prices appear in engines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5.0L, 4.4L, and 3.5L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their position in the premium and high-performance segment.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Mid-range engines between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2.6L and 3.0L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balanced pricing, indicating strong demand with moderate cost.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engines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1.2L–1.6L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have the lowest average prices, which aligns with their economy-focused design and lower overall market value.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874C5E-D1D4-AF2E-6036-5ACC758C4C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227" y="115660"/>
            <a:ext cx="6909546" cy="36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081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00722-2B80-A81E-9963-E3D9AA31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A5EC0-9DA4-A14D-1A2E-FF59DC8A2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94" y="3634254"/>
            <a:ext cx="5486400" cy="566738"/>
          </a:xfrm>
        </p:spPr>
        <p:txBody>
          <a:bodyPr>
            <a:noAutofit/>
          </a:bodyPr>
          <a:lstStyle/>
          <a:p>
            <a:r>
              <a:rPr lang="en-US" dirty="0"/>
              <a:t>Total Cars by Engine Size</a:t>
            </a: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1C3A79-9A50-1470-BFFD-F0CFC7FC087E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02BA197-F5CF-366A-2064-7A60984EC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241" y="4152624"/>
            <a:ext cx="684575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highest volumes come from </a:t>
            </a:r>
            <a:r>
              <a:rPr lang="en-US" b="1" dirty="0"/>
              <a:t>small engines (1.4L, 2.0L, 1.8L)</a:t>
            </a:r>
            <a:r>
              <a:rPr lang="en-US" dirty="0"/>
              <a:t>, indicating strong market demand for fuel-efficient and budget-friendly cars.</a:t>
            </a:r>
          </a:p>
          <a:p>
            <a:r>
              <a:rPr lang="en-US" dirty="0"/>
              <a:t>Mid-size engines (</a:t>
            </a:r>
            <a:r>
              <a:rPr lang="en-US" b="1" dirty="0"/>
              <a:t>1.0L–1.6L</a:t>
            </a:r>
            <a:r>
              <a:rPr lang="en-US" dirty="0"/>
              <a:t>) also show solid volumes, reinforcing the dominance of economy and compact vehicles.</a:t>
            </a:r>
          </a:p>
          <a:p>
            <a:r>
              <a:rPr lang="en-US" dirty="0"/>
              <a:t>Larger engines (</a:t>
            </a:r>
            <a:r>
              <a:rPr lang="en-US" b="1" dirty="0"/>
              <a:t>2.2L and above</a:t>
            </a:r>
            <a:r>
              <a:rPr lang="en-US" dirty="0"/>
              <a:t>) have significantly lower counts, reflecting their higher running costs and limited presence in the used-car market.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FDFB9C-E562-9EA5-005B-812C3F20F6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41" y="191860"/>
            <a:ext cx="6845754" cy="3581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832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DA051-8F65-5539-7AC9-58EE5F8B0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DC99A-2011-E280-EA5C-173EDACAF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94" y="3634254"/>
            <a:ext cx="5486400" cy="566738"/>
          </a:xfrm>
        </p:spPr>
        <p:txBody>
          <a:bodyPr>
            <a:noAutofit/>
          </a:bodyPr>
          <a:lstStyle/>
          <a:p>
            <a:r>
              <a:rPr lang="en-US" dirty="0"/>
              <a:t>Total Amount by Engine Size</a:t>
            </a: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5BF23-8415-8A29-90FC-2EB43513816E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AEECD5-A1A0-529D-5527-23745DBEA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241" y="4152624"/>
            <a:ext cx="684575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highest total amounts come from </a:t>
            </a:r>
            <a:r>
              <a:rPr lang="en-US" b="1" dirty="0"/>
              <a:t>small engines (2.0L, 1.8L, 1.4L)</a:t>
            </a:r>
            <a:r>
              <a:rPr lang="en-US" dirty="0"/>
              <a:t>, contributing </a:t>
            </a:r>
            <a:r>
              <a:rPr lang="en-US" b="1" dirty="0"/>
              <a:t>over 100M each</a:t>
            </a:r>
            <a:r>
              <a:rPr lang="en-US" dirty="0"/>
              <a:t>—showing that compact, fuel-efficient cars dominate overall market value.</a:t>
            </a:r>
          </a:p>
          <a:p>
            <a:r>
              <a:rPr lang="en-US" dirty="0"/>
              <a:t>Mid-range engines (</a:t>
            </a:r>
            <a:r>
              <a:rPr lang="en-US" b="1" dirty="0"/>
              <a:t>1.6L and 1.0L</a:t>
            </a:r>
            <a:r>
              <a:rPr lang="en-US" dirty="0"/>
              <a:t>) also generate strong totals, confirming high transaction volume in the economy segment.</a:t>
            </a:r>
          </a:p>
          <a:p>
            <a:r>
              <a:rPr lang="en-US" dirty="0"/>
              <a:t>Larger engines (</a:t>
            </a:r>
            <a:r>
              <a:rPr lang="en-US" b="1" dirty="0"/>
              <a:t>2.4L and above</a:t>
            </a:r>
            <a:r>
              <a:rPr lang="en-US" dirty="0"/>
              <a:t>) show significantly lower totals, reflecting their </a:t>
            </a:r>
            <a:r>
              <a:rPr lang="en-US" b="1" dirty="0"/>
              <a:t>lower market demand</a:t>
            </a:r>
            <a:r>
              <a:rPr lang="en-US" dirty="0"/>
              <a:t> and </a:t>
            </a:r>
            <a:r>
              <a:rPr lang="en-US" b="1" dirty="0"/>
              <a:t>fewer transactions</a:t>
            </a:r>
            <a:r>
              <a:rPr lang="en-US" dirty="0"/>
              <a:t> compared to smaller engines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28D28E-67AA-82BA-FE1F-D7ECAEF6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524" y="181548"/>
            <a:ext cx="6453187" cy="345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37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B1001-FD0A-BA9F-2642-B1D7B1B3C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22B7B-D120-9161-C81D-98D3FE813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94" y="3634254"/>
            <a:ext cx="5486400" cy="566738"/>
          </a:xfrm>
        </p:spPr>
        <p:txBody>
          <a:bodyPr>
            <a:noAutofit/>
          </a:bodyPr>
          <a:lstStyle/>
          <a:p>
            <a:r>
              <a:rPr lang="en-US" dirty="0"/>
              <a:t>Total Amount by Year of Manufacture</a:t>
            </a: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37E8EF-5647-3BE0-8EC7-9076BD32D750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8E86B77-F44F-9A49-D3BB-5B55CAE55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241" y="4291123"/>
            <a:ext cx="684575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Recent models generate the highest total amounts</a:t>
            </a:r>
            <a:r>
              <a:rPr lang="en-US" dirty="0"/>
              <a:t>, especially </a:t>
            </a:r>
            <a:r>
              <a:rPr lang="en-US" b="1" dirty="0"/>
              <a:t>2018 (59M), 2019 (51M), 2017 (48M), and 2016 (42M)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Newer cars retain higher market value, which lifts total sales amounts.</a:t>
            </a:r>
          </a:p>
          <a:p>
            <a:r>
              <a:rPr lang="en-US" dirty="0"/>
              <a:t>From </a:t>
            </a:r>
            <a:r>
              <a:rPr lang="en-US" b="1" dirty="0"/>
              <a:t>2015 to 2010</a:t>
            </a:r>
            <a:r>
              <a:rPr lang="en-US" dirty="0"/>
              <a:t>, there is a </a:t>
            </a:r>
            <a:r>
              <a:rPr lang="en-US" b="1" dirty="0"/>
              <a:t>gradual but consistent decline</a:t>
            </a:r>
            <a:r>
              <a:rPr lang="en-US" dirty="0"/>
              <a:t>, reflecting lower pricing as cars age.</a:t>
            </a:r>
          </a:p>
          <a:p>
            <a:r>
              <a:rPr lang="en-US" dirty="0"/>
              <a:t>Models older than </a:t>
            </a:r>
            <a:r>
              <a:rPr lang="en-US" b="1" dirty="0"/>
              <a:t>2009</a:t>
            </a:r>
            <a:r>
              <a:rPr lang="en-US" dirty="0"/>
              <a:t> show a sharp drop in total amount due to </a:t>
            </a:r>
            <a:r>
              <a:rPr lang="en-US" b="1" dirty="0"/>
              <a:t>depreciation</a:t>
            </a:r>
            <a:r>
              <a:rPr lang="en-US" dirty="0"/>
              <a:t>, </a:t>
            </a:r>
            <a:r>
              <a:rPr lang="en-US" b="1" dirty="0"/>
              <a:t>reduced demand</a:t>
            </a:r>
            <a:r>
              <a:rPr lang="en-US" dirty="0"/>
              <a:t>, and </a:t>
            </a:r>
            <a:r>
              <a:rPr lang="en-US" b="1" dirty="0"/>
              <a:t>limited availability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74D6A-B376-0F53-669E-0F3AEC1B9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241" y="263979"/>
            <a:ext cx="6283778" cy="357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44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162A1-9BEE-A8D9-B848-6936BD6C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84AE6-BE8E-BAA4-8986-F69ED40F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994" y="3634254"/>
            <a:ext cx="5486400" cy="566738"/>
          </a:xfrm>
        </p:spPr>
        <p:txBody>
          <a:bodyPr>
            <a:noAutofit/>
          </a:bodyPr>
          <a:lstStyle/>
          <a:p>
            <a:r>
              <a:rPr lang="en-US" dirty="0"/>
              <a:t>Total Cars by Fuel Type</a:t>
            </a: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D6C9B5-3F01-B4BF-C949-962880948383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D093B-1561-8E8C-5D59-F266745BA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94" y="185738"/>
            <a:ext cx="5848350" cy="3569834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0666A77B-87CD-D98F-63B1-5E0B48E51A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1735" y="4225439"/>
            <a:ext cx="584460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Petrol dominates the market, representing 50.9% (25K cars) — confirming that petrol cars remain the most common and widely demanded in the used-car market.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Diesel comes next with 26.5% (13K cars), showing a solid presence but notably lower than petrol.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cars account for 22.4% (11K cars) — a meaningful share that reflects growing adoption of fuel-efficient and environmentally friendly options, but still behind traditional fuel types.</a:t>
            </a:r>
          </a:p>
        </p:txBody>
      </p:sp>
    </p:spTree>
    <p:extLst>
      <p:ext uri="{BB962C8B-B14F-4D97-AF65-F5344CB8AC3E}">
        <p14:creationId xmlns:p14="http://schemas.microsoft.com/office/powerpoint/2010/main" val="509881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DA6AE-D6F5-EC50-7884-753B1F14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0D5A5-DE04-57A3-B1A2-E0DF73B2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35" y="3965514"/>
            <a:ext cx="5486400" cy="566738"/>
          </a:xfrm>
        </p:spPr>
        <p:txBody>
          <a:bodyPr>
            <a:noAutofit/>
          </a:bodyPr>
          <a:lstStyle/>
          <a:p>
            <a:r>
              <a:rPr lang="en-US" dirty="0"/>
              <a:t>Average Price by Fuel Type</a:t>
            </a:r>
            <a:endParaRPr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9AD11C-D1C2-69CA-4E8E-65BE13FEDAFD}"/>
              </a:ext>
            </a:extLst>
          </p:cNvPr>
          <p:cNvSpPr txBox="1"/>
          <p:nvPr/>
        </p:nvSpPr>
        <p:spPr>
          <a:xfrm>
            <a:off x="1502229" y="4245429"/>
            <a:ext cx="6283778" cy="212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4A141EB-BEED-FF96-B0F0-11BE14495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3584" y="4594771"/>
            <a:ext cx="665683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Hybrid cars have the highest average price (14.9K)</a:t>
            </a:r>
            <a:r>
              <a:rPr lang="en-US" sz="1600" dirty="0"/>
              <a:t>, reflecting their newer technology and stronger market demand.</a:t>
            </a:r>
          </a:p>
          <a:p>
            <a:r>
              <a:rPr lang="en-US" sz="1600" b="1" dirty="0"/>
              <a:t>Petrol cars come next (13.7K)</a:t>
            </a:r>
            <a:r>
              <a:rPr lang="en-US" sz="1600" dirty="0"/>
              <a:t>, maintaining a solid price point due to wide availability and lower maintenance costs.</a:t>
            </a:r>
          </a:p>
          <a:p>
            <a:r>
              <a:rPr lang="en-US" sz="1600" b="1" dirty="0"/>
              <a:t>Diesel cars show the lowest average price (13.1K)</a:t>
            </a:r>
            <a:r>
              <a:rPr lang="en-US" sz="1600" dirty="0"/>
              <a:t>, consistent with their reduced popularity and long-term ownership concern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2229CB-5C79-D773-8907-78B9D9ADB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47021"/>
            <a:ext cx="6656832" cy="3894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30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BBB0-8CC7-D1ED-5F36-688FAFF7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36745-A01F-2724-B03C-EE6D21DE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1735" y="3965514"/>
            <a:ext cx="5486400" cy="566738"/>
          </a:xfrm>
        </p:spPr>
        <p:txBody>
          <a:bodyPr>
            <a:noAutofit/>
          </a:bodyPr>
          <a:lstStyle/>
          <a:p>
            <a:endParaRPr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2A25F6-640F-6D88-291C-F35A6343F0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09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Key Findings Summary</a:t>
            </a:r>
            <a:br>
              <a:rPr lang="en-US" b="1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Toyota, Ford, and VW</a:t>
            </a:r>
            <a:r>
              <a:rPr lang="en-US" dirty="0"/>
              <a:t> represent the highest share of total cars, making them the dominant manufacturers in the used-car market.</a:t>
            </a:r>
          </a:p>
          <a:p>
            <a:r>
              <a:rPr lang="en-US" dirty="0"/>
              <a:t>Peak availability appears clearly in </a:t>
            </a:r>
            <a:r>
              <a:rPr lang="en-US" b="1" dirty="0"/>
              <a:t>1995, 1996, 2005, and 2019</a:t>
            </a:r>
            <a:r>
              <a:rPr lang="en-US" dirty="0"/>
              <a:t>, where the number of cars is significantly higher than surrounding years.</a:t>
            </a:r>
          </a:p>
          <a:p>
            <a:r>
              <a:rPr lang="en-US" dirty="0"/>
              <a:t>Engine sizes </a:t>
            </a:r>
            <a:r>
              <a:rPr lang="en-US" b="1" dirty="0"/>
              <a:t>1.4L, 2.0L, and 1.8L</a:t>
            </a:r>
            <a:r>
              <a:rPr lang="en-US" dirty="0"/>
              <a:t> are the most common, showing the highest adoption among buyers.</a:t>
            </a:r>
          </a:p>
          <a:p>
            <a:r>
              <a:rPr lang="en-US" dirty="0"/>
              <a:t>Larger engines (</a:t>
            </a:r>
            <a:r>
              <a:rPr lang="en-US" b="1" dirty="0"/>
              <a:t>4.4L and 5.0L</a:t>
            </a:r>
            <a:r>
              <a:rPr lang="en-US" dirty="0"/>
              <a:t>) have the </a:t>
            </a:r>
            <a:r>
              <a:rPr lang="en-US" b="1" dirty="0"/>
              <a:t>highest average prices</a:t>
            </a:r>
            <a:r>
              <a:rPr lang="en-US" dirty="0"/>
              <a:t> despite low market availability.</a:t>
            </a:r>
          </a:p>
          <a:p>
            <a:r>
              <a:rPr lang="en-US" b="1" dirty="0"/>
              <a:t>Petrol</a:t>
            </a:r>
            <a:r>
              <a:rPr lang="en-US" dirty="0"/>
              <a:t> is the most widely available fuel type, while </a:t>
            </a:r>
            <a:r>
              <a:rPr lang="en-US" b="1" dirty="0"/>
              <a:t>Hybrid</a:t>
            </a:r>
            <a:r>
              <a:rPr lang="en-US" dirty="0"/>
              <a:t> has the highest average price.</a:t>
            </a:r>
          </a:p>
          <a:p>
            <a:r>
              <a:rPr lang="en-US" dirty="0"/>
              <a:t>Total sale values decrease consistently for older manufacturing years, reflecting lower demand for aging models.</a:t>
            </a:r>
          </a:p>
          <a:p>
            <a:endParaRPr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Recomendations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Focus Inventory on High-Demand Brands</a:t>
            </a:r>
            <a:br>
              <a:rPr lang="en-US" dirty="0"/>
            </a:br>
            <a:r>
              <a:rPr lang="en-US" dirty="0"/>
              <a:t>Toyota, Ford, and VW represent the largest share of used-car demand. Increasing stock from these manufacturers will maximize turnover and sales volume.</a:t>
            </a:r>
          </a:p>
          <a:p>
            <a:r>
              <a:rPr lang="en-US" b="1" dirty="0"/>
              <a:t>2) Prioritize Engine Sizes Between 1.4L and 2.0L</a:t>
            </a:r>
            <a:br>
              <a:rPr lang="en-US" dirty="0"/>
            </a:br>
            <a:r>
              <a:rPr lang="en-US" dirty="0"/>
              <a:t>These engines account for the majority of sold units and generate steady revenue. They should remain the core of inventory planning.</a:t>
            </a:r>
          </a:p>
          <a:p>
            <a:r>
              <a:rPr lang="en-US" b="1" dirty="0"/>
              <a:t>3) Leverage Hybrid Models as Premium Offerings</a:t>
            </a:r>
            <a:br>
              <a:rPr lang="en-US" dirty="0"/>
            </a:br>
            <a:r>
              <a:rPr lang="en-US" dirty="0"/>
              <a:t>Hybrid cars show the highest average price, making them strong candidates for premium positioning and higher-margin sales.</a:t>
            </a:r>
          </a:p>
          <a:p>
            <a:r>
              <a:rPr lang="en-US" b="1" dirty="0"/>
              <a:t>4) Monitor Older Model Years Carefully</a:t>
            </a:r>
            <a:br>
              <a:rPr lang="en-US" dirty="0"/>
            </a:br>
            <a:r>
              <a:rPr lang="en-US" dirty="0"/>
              <a:t>Cars older than 2005 show a sharp decline in demand. Limit purchasing of very old models to reduce slow-moving inventory.</a:t>
            </a:r>
          </a:p>
          <a:p>
            <a:r>
              <a:rPr lang="en-US" b="1" dirty="0"/>
              <a:t>5) Adjust Pricing Strategies Based on Engine Size &amp; Fuel Type</a:t>
            </a:r>
            <a:br>
              <a:rPr lang="en-US" dirty="0"/>
            </a:br>
            <a:r>
              <a:rPr lang="en-US" dirty="0"/>
              <a:t>Higher engine sizes (3.5L–5.0L) yield the highest prices but lower sales volumes; they should be priced competitively and targeted toward niche buyers.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256</TotalTime>
  <Words>1553</Words>
  <Application>Microsoft Office PowerPoint</Application>
  <PresentationFormat>On-screen Show (4:3)</PresentationFormat>
  <Paragraphs>108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Used Car Sales Analysis Project – 2024</vt:lpstr>
      <vt:lpstr>Team Members </vt:lpstr>
      <vt:lpstr>Project Workflow</vt:lpstr>
      <vt:lpstr>Project Workflow</vt:lpstr>
      <vt:lpstr>Project Workflow</vt:lpstr>
      <vt:lpstr>Project Workflow</vt:lpstr>
      <vt:lpstr>Total Cars by manufacturer </vt:lpstr>
      <vt:lpstr>Total Amount by Manufacturer</vt:lpstr>
      <vt:lpstr>Total Cars By Model </vt:lpstr>
      <vt:lpstr>Total Amount by Year of manufacturing </vt:lpstr>
      <vt:lpstr>Total Sales by Year of manufacturing </vt:lpstr>
      <vt:lpstr>PowerPoint Presentation</vt:lpstr>
      <vt:lpstr>Average Price by Engine Size</vt:lpstr>
      <vt:lpstr>Total Cars by Engine Size</vt:lpstr>
      <vt:lpstr>Total Amount by Engine Size</vt:lpstr>
      <vt:lpstr>Total Amount by Year of Manufacture</vt:lpstr>
      <vt:lpstr>Total Cars by Fuel Type</vt:lpstr>
      <vt:lpstr>Average Price by Fuel Type</vt:lpstr>
      <vt:lpstr>PowerPoint Presentation</vt:lpstr>
      <vt:lpstr>Key Findings Summary </vt:lpstr>
      <vt:lpstr>Recomendations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Samir Mklad</cp:lastModifiedBy>
  <cp:revision>4</cp:revision>
  <dcterms:created xsi:type="dcterms:W3CDTF">2013-01-27T09:14:16Z</dcterms:created>
  <dcterms:modified xsi:type="dcterms:W3CDTF">2025-11-29T06:42:05Z</dcterms:modified>
  <cp:category/>
</cp:coreProperties>
</file>